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3" r:id="rId6"/>
    <p:sldId id="264" r:id="rId7"/>
    <p:sldId id="266" r:id="rId8"/>
    <p:sldId id="267" r:id="rId9"/>
    <p:sldId id="265" r:id="rId10"/>
    <p:sldId id="291" r:id="rId11"/>
    <p:sldId id="292" r:id="rId12"/>
    <p:sldId id="293" r:id="rId13"/>
    <p:sldId id="294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3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2018/6/8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2018/6/8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2018/6/8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2018/6/8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2018/6/8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onCreate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err="1" smtClean="0"/>
              <a:t>InitSatTp</a:t>
            </a:r>
            <a:r>
              <a:rPr lang="en-US" altLang="zh-TW" dirty="0" smtClean="0"/>
              <a:t>()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-17216"/>
            <a:ext cx="3960440" cy="6897853"/>
          </a:xfrm>
        </p:spPr>
      </p:pic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 smtClean="0"/>
              <a:t>取得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Sat list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Tp</a:t>
            </a:r>
            <a:r>
              <a:rPr lang="en-US" altLang="zh-TW" dirty="0" smtClean="0"/>
              <a:t> List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Sat Name String List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Tp</a:t>
            </a:r>
            <a:r>
              <a:rPr lang="en-US" altLang="zh-TW" dirty="0" smtClean="0"/>
              <a:t> Name String List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4067944" y="0"/>
            <a:ext cx="3096344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938767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onCreate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MessageDialogView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-17216"/>
            <a:ext cx="3960440" cy="6897853"/>
          </a:xfrm>
        </p:spPr>
      </p:pic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MessageDialogView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Delay 3</a:t>
            </a:r>
            <a:r>
              <a:rPr lang="zh-TW" altLang="en-US" dirty="0" smtClean="0"/>
              <a:t>秒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Show “No Sat List”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dialogEnd</a:t>
            </a:r>
            <a:r>
              <a:rPr lang="zh-TW" altLang="en-US" dirty="0" smtClean="0"/>
              <a:t>做</a:t>
            </a:r>
            <a:r>
              <a:rPr lang="en-US" altLang="zh-TW" dirty="0" smtClean="0"/>
              <a:t>finish()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5436096" y="1138436"/>
            <a:ext cx="2808312" cy="1138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80285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onCreate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err="1" smtClean="0"/>
              <a:t>InitButton</a:t>
            </a:r>
            <a:r>
              <a:rPr lang="en-US" altLang="zh-TW" dirty="0" smtClean="0"/>
              <a:t>()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-7243"/>
            <a:ext cx="3924000" cy="6834387"/>
          </a:xfrm>
        </p:spPr>
      </p:pic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 smtClean="0"/>
              <a:t>開啟</a:t>
            </a:r>
            <a:r>
              <a:rPr lang="en-US" altLang="zh-TW" dirty="0" smtClean="0"/>
              <a:t>Edit Diseqc10 Dialog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Diseqc</a:t>
            </a:r>
            <a:r>
              <a:rPr lang="en-US" altLang="zh-TW" dirty="0" smtClean="0"/>
              <a:t> OFF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Diseqc</a:t>
            </a:r>
            <a:r>
              <a:rPr lang="en-US" altLang="zh-TW" dirty="0" smtClean="0"/>
              <a:t> 1.0</a:t>
            </a:r>
          </a:p>
          <a:p>
            <a:endParaRPr lang="en-US" altLang="zh-TW" dirty="0"/>
          </a:p>
          <a:p>
            <a:r>
              <a:rPr lang="zh-TW" altLang="en-US" dirty="0"/>
              <a:t>開啟</a:t>
            </a:r>
            <a:r>
              <a:rPr lang="en-US" altLang="zh-TW" dirty="0"/>
              <a:t>Edit </a:t>
            </a:r>
            <a:r>
              <a:rPr lang="en-US" altLang="zh-TW" dirty="0" smtClean="0"/>
              <a:t>Diseqc12 </a:t>
            </a:r>
            <a:r>
              <a:rPr lang="en-US" altLang="zh-TW" dirty="0"/>
              <a:t>Dialog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Diseqc</a:t>
            </a:r>
            <a:r>
              <a:rPr lang="en-US" altLang="zh-TW" dirty="0" smtClean="0"/>
              <a:t> 1.2</a:t>
            </a:r>
          </a:p>
        </p:txBody>
      </p:sp>
      <p:sp>
        <p:nvSpPr>
          <p:cNvPr id="6" name="矩形 5"/>
          <p:cNvSpPr/>
          <p:nvPr/>
        </p:nvSpPr>
        <p:spPr>
          <a:xfrm>
            <a:off x="4932040" y="2269631"/>
            <a:ext cx="3096344" cy="1080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90" y="3284984"/>
            <a:ext cx="4752000" cy="356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8677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onCreate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err="1" smtClean="0"/>
              <a:t>InitHighlight</a:t>
            </a:r>
            <a:r>
              <a:rPr lang="en-US" altLang="zh-TW" dirty="0" smtClean="0"/>
              <a:t>()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512" y="-2"/>
            <a:ext cx="3924000" cy="6834387"/>
          </a:xfrm>
        </p:spPr>
      </p:pic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Button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/>
              <a:t>藍色</a:t>
            </a:r>
            <a:r>
              <a:rPr lang="en-US" altLang="zh-TW" dirty="0" smtClean="0"/>
              <a:t>,</a:t>
            </a:r>
            <a:r>
              <a:rPr lang="zh-TW" altLang="en-US" dirty="0" smtClean="0"/>
              <a:t> </a:t>
            </a:r>
            <a:r>
              <a:rPr lang="en-US" altLang="zh-TW" dirty="0"/>
              <a:t>focused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/>
              <a:t>白色</a:t>
            </a:r>
            <a:r>
              <a:rPr lang="en-US" altLang="zh-TW" dirty="0" smtClean="0"/>
              <a:t>,</a:t>
            </a:r>
            <a:r>
              <a:rPr lang="zh-TW" altLang="en-US" dirty="0" smtClean="0"/>
              <a:t> </a:t>
            </a:r>
            <a:r>
              <a:rPr lang="en-US" altLang="zh-TW" dirty="0" smtClean="0"/>
              <a:t>unfocused</a:t>
            </a:r>
          </a:p>
        </p:txBody>
      </p:sp>
      <p:sp>
        <p:nvSpPr>
          <p:cNvPr id="6" name="矩形 5"/>
          <p:cNvSpPr/>
          <p:nvPr/>
        </p:nvSpPr>
        <p:spPr>
          <a:xfrm>
            <a:off x="5184504" y="3392996"/>
            <a:ext cx="3240360" cy="11881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51384"/>
            <a:ext cx="5112000" cy="38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直線單箭頭接點 7"/>
          <p:cNvCxnSpPr/>
          <p:nvPr/>
        </p:nvCxnSpPr>
        <p:spPr>
          <a:xfrm flipH="1">
            <a:off x="3491880" y="4077072"/>
            <a:ext cx="1692624" cy="648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88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onCreate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err="1" smtClean="0"/>
              <a:t>InitSpinner</a:t>
            </a:r>
            <a:r>
              <a:rPr lang="en-US" altLang="zh-TW" dirty="0" smtClean="0"/>
              <a:t>()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512" y="-2"/>
            <a:ext cx="3924000" cy="6834387"/>
          </a:xfrm>
        </p:spPr>
      </p:pic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Diseqc</a:t>
            </a:r>
            <a:r>
              <a:rPr lang="en-US" altLang="zh-TW" dirty="0" smtClean="0"/>
              <a:t> Type</a:t>
            </a:r>
            <a:r>
              <a:rPr lang="zh-TW" altLang="en-US" dirty="0" smtClean="0"/>
              <a:t>改變</a:t>
            </a:r>
            <a:r>
              <a:rPr lang="en-US" altLang="zh-TW" dirty="0" smtClean="0"/>
              <a:t>layout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Diseqc</a:t>
            </a:r>
            <a:r>
              <a:rPr lang="en-US" altLang="zh-TW" dirty="0" smtClean="0"/>
              <a:t> Off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Diseqc</a:t>
            </a:r>
            <a:r>
              <a:rPr lang="en-US" altLang="zh-TW" dirty="0" smtClean="0"/>
              <a:t> 1.0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Diseqc</a:t>
            </a:r>
            <a:r>
              <a:rPr lang="en-US" altLang="zh-TW" dirty="0" smtClean="0"/>
              <a:t> 1.2</a:t>
            </a:r>
          </a:p>
          <a:p>
            <a:r>
              <a:rPr lang="zh-TW" altLang="en-US" dirty="0" smtClean="0"/>
              <a:t>改變</a:t>
            </a:r>
            <a:r>
              <a:rPr lang="en-US" altLang="zh-TW" dirty="0" smtClean="0"/>
              <a:t>position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Page 1~8</a:t>
            </a:r>
          </a:p>
        </p:txBody>
      </p:sp>
      <p:sp>
        <p:nvSpPr>
          <p:cNvPr id="6" name="矩形 5"/>
          <p:cNvSpPr/>
          <p:nvPr/>
        </p:nvSpPr>
        <p:spPr>
          <a:xfrm>
            <a:off x="4788024" y="4581128"/>
            <a:ext cx="3636840" cy="1440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84984"/>
            <a:ext cx="4752000" cy="356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直線單箭頭接點 6"/>
          <p:cNvCxnSpPr/>
          <p:nvPr/>
        </p:nvCxnSpPr>
        <p:spPr>
          <a:xfrm flipH="1" flipV="1">
            <a:off x="4572000" y="4149080"/>
            <a:ext cx="86409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H="1" flipV="1">
            <a:off x="3131840" y="5445224"/>
            <a:ext cx="3474604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42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onCreate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err="1" smtClean="0"/>
              <a:t>InitDiseqc</a:t>
            </a:r>
            <a:r>
              <a:rPr lang="en-US" altLang="zh-TW" dirty="0" smtClean="0"/>
              <a:t>()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512" y="-2"/>
            <a:ext cx="3924000" cy="6834387"/>
          </a:xfrm>
        </p:spPr>
      </p:pic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r>
              <a:rPr lang="zh-TW" altLang="en-US" dirty="0" smtClean="0"/>
              <a:t>找</a:t>
            </a:r>
            <a:r>
              <a:rPr lang="en-US" altLang="zh-TW" dirty="0" err="1"/>
              <a:t>Diseqc</a:t>
            </a:r>
            <a:r>
              <a:rPr lang="en-US" altLang="zh-TW" dirty="0"/>
              <a:t> Type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sz="2000" dirty="0" err="1" smtClean="0"/>
              <a:t>InitDiseqcType</a:t>
            </a:r>
            <a:endParaRPr lang="en-US" altLang="zh-TW" sz="20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000" dirty="0" err="1" smtClean="0"/>
              <a:t>Diseqc</a:t>
            </a:r>
            <a:r>
              <a:rPr lang="en-US" altLang="zh-TW" sz="2000" dirty="0" smtClean="0"/>
              <a:t> 1.0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zh-TW" sz="1800" dirty="0" err="1" smtClean="0"/>
              <a:t>diseqcType</a:t>
            </a:r>
            <a:r>
              <a:rPr lang="en-US" altLang="zh-TW" sz="1800" dirty="0" smtClean="0"/>
              <a:t> = 1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zh-TW" sz="1800" dirty="0" err="1" smtClean="0"/>
              <a:t>diseqcUse</a:t>
            </a:r>
            <a:r>
              <a:rPr lang="en-US" altLang="zh-TW" sz="1800" dirty="0" smtClean="0"/>
              <a:t> = 1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000" dirty="0" err="1" smtClean="0"/>
              <a:t>Diseqc</a:t>
            </a:r>
            <a:r>
              <a:rPr lang="en-US" altLang="zh-TW" sz="2000" dirty="0" smtClean="0"/>
              <a:t> 1.2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zh-TW" sz="1800" dirty="0" err="1" smtClean="0"/>
              <a:t>diseqcType</a:t>
            </a:r>
            <a:r>
              <a:rPr lang="en-US" altLang="zh-TW" sz="1800" dirty="0" smtClean="0"/>
              <a:t> = 2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zh-TW" sz="1800" dirty="0" err="1" smtClean="0"/>
              <a:t>positionIndex</a:t>
            </a:r>
            <a:r>
              <a:rPr lang="en-US" altLang="zh-TW" sz="1800" dirty="0" smtClean="0"/>
              <a:t> != 0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000" dirty="0" err="1" smtClean="0"/>
              <a:t>Diseqc</a:t>
            </a:r>
            <a:r>
              <a:rPr lang="en-US" altLang="zh-TW" sz="2000" dirty="0" smtClean="0"/>
              <a:t> Off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zh-TW" altLang="en-US" sz="1800" dirty="0" smtClean="0"/>
              <a:t>沒有符合的條件</a:t>
            </a:r>
            <a:endParaRPr lang="en-US" altLang="zh-TW" sz="1800" dirty="0" smtClean="0"/>
          </a:p>
          <a:p>
            <a:endParaRPr lang="en-US" altLang="zh-TW" sz="2000" dirty="0" smtClean="0"/>
          </a:p>
        </p:txBody>
      </p:sp>
      <p:sp>
        <p:nvSpPr>
          <p:cNvPr id="6" name="矩形 5"/>
          <p:cNvSpPr/>
          <p:nvPr/>
        </p:nvSpPr>
        <p:spPr>
          <a:xfrm>
            <a:off x="4788024" y="5877272"/>
            <a:ext cx="3636840" cy="9807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841462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onCreate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err="1" smtClean="0"/>
              <a:t>InitDiseqc</a:t>
            </a:r>
            <a:r>
              <a:rPr lang="en-US" altLang="zh-TW" dirty="0" smtClean="0"/>
              <a:t>()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512" y="-2"/>
            <a:ext cx="3924000" cy="6834387"/>
          </a:xfrm>
        </p:spPr>
      </p:pic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r>
              <a:rPr lang="zh-TW" altLang="en-US" dirty="0" smtClean="0"/>
              <a:t>顯示</a:t>
            </a:r>
            <a:r>
              <a:rPr lang="en-US" altLang="zh-TW" dirty="0" smtClean="0"/>
              <a:t>button</a:t>
            </a:r>
            <a:r>
              <a:rPr lang="zh-TW" altLang="en-US" dirty="0" smtClean="0"/>
              <a:t>的</a:t>
            </a:r>
            <a:r>
              <a:rPr lang="en-US" altLang="zh-TW" dirty="0" smtClean="0"/>
              <a:t>sat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InitDiseqc10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>
                <a:solidFill>
                  <a:srgbClr val="FF0000"/>
                </a:solidFill>
              </a:rPr>
              <a:t>檢查</a:t>
            </a:r>
            <a:r>
              <a:rPr lang="en-US" altLang="zh-TW" dirty="0" smtClean="0">
                <a:solidFill>
                  <a:srgbClr val="FF0000"/>
                </a:solidFill>
              </a:rPr>
              <a:t>Port</a:t>
            </a:r>
            <a:r>
              <a:rPr lang="zh-TW" altLang="en-US" dirty="0" smtClean="0">
                <a:solidFill>
                  <a:srgbClr val="FF0000"/>
                </a:solidFill>
              </a:rPr>
              <a:t>，</a:t>
            </a:r>
            <a:r>
              <a:rPr lang="en-US" altLang="zh-TW" dirty="0" err="1" smtClean="0">
                <a:solidFill>
                  <a:srgbClr val="FF0000"/>
                </a:solidFill>
              </a:rPr>
              <a:t>Antenna.getDiseqc</a:t>
            </a:r>
            <a:r>
              <a:rPr lang="en-US" altLang="zh-TW" dirty="0" smtClean="0">
                <a:solidFill>
                  <a:srgbClr val="FF0000"/>
                </a:solidFill>
              </a:rPr>
              <a:t>()</a:t>
            </a:r>
          </a:p>
          <a:p>
            <a:r>
              <a:rPr lang="en-US" altLang="zh-TW" dirty="0" smtClean="0"/>
              <a:t>InitDiseqc12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/>
              <a:t>檢查</a:t>
            </a:r>
            <a:r>
              <a:rPr lang="en-US" altLang="zh-TW" dirty="0" smtClean="0"/>
              <a:t>Position</a:t>
            </a:r>
            <a:r>
              <a:rPr lang="zh-TW" altLang="en-US" dirty="0" smtClean="0"/>
              <a:t>，</a:t>
            </a:r>
            <a:r>
              <a:rPr lang="en-US" altLang="zh-TW" dirty="0" err="1" smtClean="0"/>
              <a:t>getPositionIndex</a:t>
            </a:r>
            <a:r>
              <a:rPr lang="en-US" altLang="zh-TW" dirty="0" smtClean="0"/>
              <a:t>()</a:t>
            </a:r>
            <a:endParaRPr lang="en-US" altLang="zh-TW" dirty="0"/>
          </a:p>
          <a:p>
            <a:r>
              <a:rPr lang="en-US" altLang="zh-TW" dirty="0" err="1"/>
              <a:t>InitDiseqcOff</a:t>
            </a:r>
            <a:endParaRPr lang="en-US" altLang="zh-TW" dirty="0"/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/>
              <a:t>不是</a:t>
            </a:r>
            <a:r>
              <a:rPr lang="en-US" altLang="zh-TW" dirty="0" smtClean="0"/>
              <a:t>1.0</a:t>
            </a:r>
            <a:r>
              <a:rPr lang="zh-TW" altLang="en-US" dirty="0" smtClean="0"/>
              <a:t>也不是</a:t>
            </a:r>
            <a:r>
              <a:rPr lang="en-US" altLang="zh-TW" dirty="0" smtClean="0"/>
              <a:t>1.2</a:t>
            </a:r>
            <a:r>
              <a:rPr lang="zh-TW" altLang="en-US" dirty="0" smtClean="0"/>
              <a:t>，</a:t>
            </a:r>
            <a:r>
              <a:rPr lang="zh-TW" altLang="en-US" dirty="0"/>
              <a:t>指定第</a:t>
            </a:r>
            <a:r>
              <a:rPr lang="en-US" altLang="zh-TW" dirty="0"/>
              <a:t>0</a:t>
            </a:r>
            <a:r>
              <a:rPr lang="zh-TW" altLang="en-US" dirty="0"/>
              <a:t>個</a:t>
            </a:r>
            <a:r>
              <a:rPr lang="en-US" altLang="zh-TW" dirty="0"/>
              <a:t>sat</a:t>
            </a:r>
          </a:p>
          <a:p>
            <a:pPr marL="285750" indent="-285750">
              <a:buFont typeface="Arial" pitchFamily="34" charset="0"/>
              <a:buChar char="•"/>
            </a:pPr>
            <a:endParaRPr lang="en-US" altLang="zh-TW" dirty="0" smtClean="0"/>
          </a:p>
          <a:p>
            <a:endParaRPr lang="en-US" altLang="zh-TW" dirty="0" smtClean="0"/>
          </a:p>
        </p:txBody>
      </p:sp>
      <p:sp>
        <p:nvSpPr>
          <p:cNvPr id="6" name="矩形 5"/>
          <p:cNvSpPr/>
          <p:nvPr/>
        </p:nvSpPr>
        <p:spPr>
          <a:xfrm>
            <a:off x="4788024" y="5877272"/>
            <a:ext cx="3636840" cy="9807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0" y="3645384"/>
            <a:ext cx="4320000" cy="32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096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onCreate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err="1" smtClean="0"/>
              <a:t>InitDiseqc</a:t>
            </a:r>
            <a:r>
              <a:rPr lang="en-US" altLang="zh-TW" dirty="0" smtClean="0"/>
              <a:t>()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512" y="-2"/>
            <a:ext cx="3924000" cy="6834387"/>
          </a:xfrm>
        </p:spPr>
      </p:pic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250704" cy="4691063"/>
          </a:xfrm>
        </p:spPr>
        <p:txBody>
          <a:bodyPr>
            <a:normAutofit/>
          </a:bodyPr>
          <a:lstStyle/>
          <a:p>
            <a:endParaRPr lang="en-US" altLang="zh-TW" dirty="0" smtClean="0"/>
          </a:p>
          <a:p>
            <a:r>
              <a:rPr lang="zh-TW" altLang="en-US" dirty="0" smtClean="0"/>
              <a:t>顯示</a:t>
            </a:r>
            <a:r>
              <a:rPr lang="en-US" altLang="zh-TW" dirty="0" smtClean="0"/>
              <a:t>button</a:t>
            </a:r>
            <a:r>
              <a:rPr lang="zh-TW" altLang="en-US" dirty="0" smtClean="0"/>
              <a:t>的</a:t>
            </a:r>
            <a:r>
              <a:rPr lang="en-US" altLang="zh-TW" dirty="0" smtClean="0"/>
              <a:t>sat</a:t>
            </a:r>
          </a:p>
          <a:p>
            <a:r>
              <a:rPr lang="en-US" altLang="zh-TW" dirty="0" smtClean="0"/>
              <a:t>InitDiseqc10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/>
              <a:t>檢查</a:t>
            </a:r>
            <a:r>
              <a:rPr lang="en-US" altLang="zh-TW" dirty="0" smtClean="0"/>
              <a:t>Port</a:t>
            </a:r>
            <a:r>
              <a:rPr lang="zh-TW" altLang="en-US" dirty="0" smtClean="0"/>
              <a:t>，</a:t>
            </a:r>
            <a:r>
              <a:rPr lang="en-US" altLang="zh-TW" dirty="0" err="1" smtClean="0"/>
              <a:t>Antenna.getDiseqc</a:t>
            </a:r>
            <a:r>
              <a:rPr lang="en-US" altLang="zh-TW" dirty="0" smtClean="0"/>
              <a:t>()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InitDiseqc12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>
                <a:solidFill>
                  <a:srgbClr val="FF0000"/>
                </a:solidFill>
              </a:rPr>
              <a:t>檢查</a:t>
            </a:r>
            <a:r>
              <a:rPr lang="en-US" altLang="zh-TW" dirty="0" smtClean="0">
                <a:solidFill>
                  <a:srgbClr val="FF0000"/>
                </a:solidFill>
              </a:rPr>
              <a:t>Position</a:t>
            </a:r>
            <a:r>
              <a:rPr lang="zh-TW" altLang="en-US" dirty="0" smtClean="0">
                <a:solidFill>
                  <a:srgbClr val="FF0000"/>
                </a:solidFill>
              </a:rPr>
              <a:t>，</a:t>
            </a:r>
            <a:r>
              <a:rPr lang="en-US" altLang="zh-TW" dirty="0" err="1" smtClean="0">
                <a:solidFill>
                  <a:srgbClr val="FF0000"/>
                </a:solidFill>
              </a:rPr>
              <a:t>getPositionIndex</a:t>
            </a:r>
            <a:r>
              <a:rPr lang="en-US" altLang="zh-TW" dirty="0" smtClean="0">
                <a:solidFill>
                  <a:srgbClr val="FF0000"/>
                </a:solidFill>
              </a:rPr>
              <a:t>()</a:t>
            </a:r>
            <a:endParaRPr lang="en-US" altLang="zh-TW" dirty="0" smtClean="0"/>
          </a:p>
          <a:p>
            <a:r>
              <a:rPr lang="en-US" altLang="zh-TW" dirty="0" err="1" smtClean="0"/>
              <a:t>InitDiseqcOff</a:t>
            </a:r>
            <a:endParaRPr lang="en-US" altLang="zh-TW" dirty="0"/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/>
              <a:t>不是</a:t>
            </a:r>
            <a:r>
              <a:rPr lang="en-US" altLang="zh-TW" dirty="0"/>
              <a:t>1.0</a:t>
            </a:r>
            <a:r>
              <a:rPr lang="zh-TW" altLang="en-US" dirty="0"/>
              <a:t>也不是</a:t>
            </a:r>
            <a:r>
              <a:rPr lang="en-US" altLang="zh-TW" dirty="0" smtClean="0"/>
              <a:t>1.2</a:t>
            </a:r>
            <a:r>
              <a:rPr lang="zh-TW" altLang="en-US" dirty="0" smtClean="0"/>
              <a:t>，指定</a:t>
            </a:r>
            <a:r>
              <a:rPr lang="zh-TW" altLang="en-US" dirty="0"/>
              <a:t>第</a:t>
            </a:r>
            <a:r>
              <a:rPr lang="en-US" altLang="zh-TW" dirty="0"/>
              <a:t>0</a:t>
            </a:r>
            <a:r>
              <a:rPr lang="zh-TW" altLang="en-US" dirty="0"/>
              <a:t>個</a:t>
            </a:r>
            <a:r>
              <a:rPr lang="en-US" altLang="zh-TW" dirty="0"/>
              <a:t>sat</a:t>
            </a:r>
          </a:p>
          <a:p>
            <a:pPr marL="285750" indent="-285750">
              <a:buFont typeface="Arial" pitchFamily="34" charset="0"/>
              <a:buChar char="•"/>
            </a:pPr>
            <a:endParaRPr lang="en-US" altLang="zh-TW" dirty="0" smtClean="0">
              <a:solidFill>
                <a:srgbClr val="FF0000"/>
              </a:solidFill>
            </a:endParaRPr>
          </a:p>
          <a:p>
            <a:endParaRPr lang="en-US" altLang="zh-TW" dirty="0" smtClean="0"/>
          </a:p>
        </p:txBody>
      </p:sp>
      <p:sp>
        <p:nvSpPr>
          <p:cNvPr id="6" name="矩形 5"/>
          <p:cNvSpPr/>
          <p:nvPr/>
        </p:nvSpPr>
        <p:spPr>
          <a:xfrm>
            <a:off x="4788024" y="5877272"/>
            <a:ext cx="3636840" cy="9807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295" y="3645384"/>
            <a:ext cx="4320000" cy="32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82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onCreate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err="1" smtClean="0"/>
              <a:t>InitDiseqc</a:t>
            </a:r>
            <a:r>
              <a:rPr lang="en-US" altLang="zh-TW" dirty="0" smtClean="0"/>
              <a:t>()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512" y="-2"/>
            <a:ext cx="3924000" cy="6834387"/>
          </a:xfrm>
        </p:spPr>
      </p:pic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r>
              <a:rPr lang="zh-TW" altLang="en-US" dirty="0" smtClean="0"/>
              <a:t>顯示</a:t>
            </a:r>
            <a:r>
              <a:rPr lang="en-US" altLang="zh-TW" dirty="0" smtClean="0"/>
              <a:t>button</a:t>
            </a:r>
            <a:r>
              <a:rPr lang="zh-TW" altLang="en-US" dirty="0" smtClean="0"/>
              <a:t>的</a:t>
            </a:r>
            <a:r>
              <a:rPr lang="en-US" altLang="zh-TW" dirty="0" smtClean="0"/>
              <a:t>sat</a:t>
            </a:r>
          </a:p>
          <a:p>
            <a:r>
              <a:rPr lang="en-US" altLang="zh-TW" dirty="0" smtClean="0"/>
              <a:t>InitDiseqc10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/>
              <a:t>檢查</a:t>
            </a:r>
            <a:r>
              <a:rPr lang="en-US" altLang="zh-TW" dirty="0" smtClean="0"/>
              <a:t>Port</a:t>
            </a:r>
            <a:r>
              <a:rPr lang="zh-TW" altLang="en-US" dirty="0" smtClean="0"/>
              <a:t>，</a:t>
            </a:r>
            <a:r>
              <a:rPr lang="en-US" altLang="zh-TW" dirty="0" err="1" smtClean="0"/>
              <a:t>Antenna.getDiseqc</a:t>
            </a:r>
            <a:r>
              <a:rPr lang="en-US" altLang="zh-TW" dirty="0" smtClean="0"/>
              <a:t>()</a:t>
            </a:r>
          </a:p>
          <a:p>
            <a:r>
              <a:rPr lang="en-US" altLang="zh-TW" dirty="0" smtClean="0"/>
              <a:t>InitDiseqc12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/>
              <a:t>檢查</a:t>
            </a:r>
            <a:r>
              <a:rPr lang="en-US" altLang="zh-TW" dirty="0" smtClean="0"/>
              <a:t>Position</a:t>
            </a:r>
            <a:r>
              <a:rPr lang="zh-TW" altLang="en-US" dirty="0" smtClean="0"/>
              <a:t>，</a:t>
            </a:r>
            <a:r>
              <a:rPr lang="en-US" altLang="zh-TW" dirty="0" err="1" smtClean="0"/>
              <a:t>getPositionIndex</a:t>
            </a:r>
            <a:r>
              <a:rPr lang="en-US" altLang="zh-TW" dirty="0" smtClean="0"/>
              <a:t>()</a:t>
            </a:r>
            <a:endParaRPr lang="en-US" altLang="zh-TW" dirty="0"/>
          </a:p>
          <a:p>
            <a:r>
              <a:rPr lang="en-US" altLang="zh-TW" dirty="0" err="1">
                <a:solidFill>
                  <a:srgbClr val="FF0000"/>
                </a:solidFill>
              </a:rPr>
              <a:t>InitDiseqcOff</a:t>
            </a:r>
            <a:endParaRPr lang="en-US" altLang="zh-TW" dirty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>
                <a:solidFill>
                  <a:srgbClr val="FF0000"/>
                </a:solidFill>
              </a:rPr>
              <a:t>不是</a:t>
            </a:r>
            <a:r>
              <a:rPr lang="en-US" altLang="zh-TW" dirty="0">
                <a:solidFill>
                  <a:srgbClr val="FF0000"/>
                </a:solidFill>
              </a:rPr>
              <a:t>1.0</a:t>
            </a:r>
            <a:r>
              <a:rPr lang="zh-TW" altLang="en-US" dirty="0">
                <a:solidFill>
                  <a:srgbClr val="FF0000"/>
                </a:solidFill>
              </a:rPr>
              <a:t>也不是</a:t>
            </a:r>
            <a:r>
              <a:rPr lang="en-US" altLang="zh-TW" dirty="0" smtClean="0">
                <a:solidFill>
                  <a:srgbClr val="FF0000"/>
                </a:solidFill>
              </a:rPr>
              <a:t>1.2</a:t>
            </a:r>
            <a:r>
              <a:rPr lang="zh-TW" altLang="en-US" dirty="0" smtClean="0">
                <a:solidFill>
                  <a:srgbClr val="FF0000"/>
                </a:solidFill>
              </a:rPr>
              <a:t>，</a:t>
            </a:r>
            <a:r>
              <a:rPr lang="zh-TW" altLang="en-US" dirty="0">
                <a:solidFill>
                  <a:srgbClr val="FF0000"/>
                </a:solidFill>
              </a:rPr>
              <a:t>指定第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zh-TW" altLang="en-US" dirty="0">
                <a:solidFill>
                  <a:srgbClr val="FF0000"/>
                </a:solidFill>
              </a:rPr>
              <a:t>個</a:t>
            </a:r>
            <a:r>
              <a:rPr lang="en-US" altLang="zh-TW" dirty="0">
                <a:solidFill>
                  <a:srgbClr val="FF0000"/>
                </a:solidFill>
              </a:rPr>
              <a:t>sat</a:t>
            </a:r>
          </a:p>
          <a:p>
            <a:pPr marL="285750" indent="-285750">
              <a:buFont typeface="Arial" pitchFamily="34" charset="0"/>
              <a:buChar char="•"/>
            </a:pPr>
            <a:endParaRPr lang="en-US" altLang="zh-TW" dirty="0" smtClean="0"/>
          </a:p>
          <a:p>
            <a:endParaRPr lang="en-US" altLang="zh-TW" dirty="0" smtClean="0"/>
          </a:p>
        </p:txBody>
      </p:sp>
      <p:sp>
        <p:nvSpPr>
          <p:cNvPr id="6" name="矩形 5"/>
          <p:cNvSpPr/>
          <p:nvPr/>
        </p:nvSpPr>
        <p:spPr>
          <a:xfrm>
            <a:off x="4788024" y="5877272"/>
            <a:ext cx="3636840" cy="9807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346" y="3645384"/>
            <a:ext cx="4320000" cy="32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6195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TW" dirty="0" smtClean="0"/>
              <a:t>Key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BACK: </a:t>
            </a:r>
            <a:r>
              <a:rPr lang="en-US" altLang="zh-TW" dirty="0" err="1" smtClean="0"/>
              <a:t>SaveTable</a:t>
            </a:r>
            <a:r>
              <a:rPr lang="en-US" altLang="zh-TW" dirty="0" smtClean="0"/>
              <a:t>()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RED: </a:t>
            </a:r>
            <a:r>
              <a:rPr lang="en-US" altLang="zh-TW" dirty="0" err="1" smtClean="0"/>
              <a:t>DeleteAll</a:t>
            </a:r>
            <a:r>
              <a:rPr lang="en-US" altLang="zh-TW" dirty="0" smtClean="0"/>
              <a:t>()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BLUE: </a:t>
            </a:r>
            <a:r>
              <a:rPr lang="en-US" altLang="zh-TW" dirty="0" err="1" smtClean="0"/>
              <a:t>DeleteOne</a:t>
            </a:r>
            <a:r>
              <a:rPr lang="en-US" altLang="zh-TW" dirty="0" smtClean="0"/>
              <a:t>()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RIGHT: Page Spinner setSelection()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LEFT: Page Spinner setSelection()</a:t>
            </a:r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344" y="273050"/>
            <a:ext cx="2415161" cy="5853113"/>
          </a:xfrm>
        </p:spPr>
      </p:pic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onKeyDown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94000"/>
            <a:ext cx="4752000" cy="356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2938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43"/>
          <a:stretch/>
        </p:blipFill>
        <p:spPr bwMode="auto">
          <a:xfrm>
            <a:off x="0" y="4314824"/>
            <a:ext cx="4752000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TW" dirty="0" err="1"/>
              <a:t>Diseqc</a:t>
            </a:r>
            <a:r>
              <a:rPr lang="en-US" altLang="zh-TW" dirty="0"/>
              <a:t> Off</a:t>
            </a:r>
            <a:r>
              <a:rPr lang="zh-TW" altLang="en-US" dirty="0" smtClean="0"/>
              <a:t>沒有</a:t>
            </a:r>
            <a:r>
              <a:rPr lang="en-US" altLang="zh-TW" dirty="0" smtClean="0"/>
              <a:t>Delete All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清空</a:t>
            </a:r>
            <a:r>
              <a:rPr lang="en-US" altLang="zh-TW" dirty="0" err="1" smtClean="0"/>
              <a:t>Diseqc</a:t>
            </a:r>
            <a:r>
              <a:rPr lang="en-US" altLang="zh-TW" dirty="0" smtClean="0"/>
              <a:t> 1.0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setText</a:t>
            </a:r>
            <a:r>
              <a:rPr lang="en-US" altLang="zh-TW" dirty="0" smtClean="0"/>
              <a:t> “None”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setDiseqcUse</a:t>
            </a:r>
            <a:r>
              <a:rPr lang="en-US" altLang="zh-TW" dirty="0" smtClean="0"/>
              <a:t>(0)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清</a:t>
            </a:r>
            <a:r>
              <a:rPr lang="zh-TW" altLang="en-US" dirty="0"/>
              <a:t>空</a:t>
            </a:r>
            <a:r>
              <a:rPr lang="en-US" altLang="zh-TW" dirty="0" err="1"/>
              <a:t>Diseqc</a:t>
            </a:r>
            <a:r>
              <a:rPr lang="en-US" altLang="zh-TW" dirty="0"/>
              <a:t> </a:t>
            </a:r>
            <a:r>
              <a:rPr lang="en-US" altLang="zh-TW" dirty="0" smtClean="0"/>
              <a:t>1.2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/>
              <a:t>setText</a:t>
            </a:r>
            <a:r>
              <a:rPr lang="en-US" altLang="zh-TW" dirty="0"/>
              <a:t> “None”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setPositionIndex</a:t>
            </a:r>
            <a:r>
              <a:rPr lang="en-US" altLang="zh-TW" dirty="0" smtClean="0"/>
              <a:t>(0</a:t>
            </a:r>
            <a:r>
              <a:rPr lang="en-US" altLang="zh-TW" dirty="0"/>
              <a:t>)</a:t>
            </a:r>
          </a:p>
          <a:p>
            <a:endParaRPr lang="en-US" altLang="zh-TW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344" y="273050"/>
            <a:ext cx="2415161" cy="5853113"/>
          </a:xfrm>
        </p:spPr>
      </p:pic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onKeyDown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 err="1" smtClean="0"/>
              <a:t>DeleteAll</a:t>
            </a:r>
            <a:r>
              <a:rPr lang="en-US" altLang="zh-TW" dirty="0" smtClean="0"/>
              <a:t>()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4788024" y="2204864"/>
            <a:ext cx="3636840" cy="9807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6352828"/>
            <a:ext cx="899592" cy="4903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075354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12776"/>
            <a:ext cx="3008313" cy="4713387"/>
          </a:xfrm>
        </p:spPr>
        <p:txBody>
          <a:bodyPr/>
          <a:lstStyle/>
          <a:p>
            <a:r>
              <a:rPr lang="en-US" altLang="zh-TW" dirty="0" err="1" smtClean="0"/>
              <a:t>Diseqc</a:t>
            </a:r>
            <a:r>
              <a:rPr lang="en-US" altLang="zh-TW" dirty="0" smtClean="0"/>
              <a:t> Off / Focused </a:t>
            </a:r>
            <a:r>
              <a:rPr lang="en-US" altLang="zh-TW" dirty="0" err="1" smtClean="0"/>
              <a:t>TextView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/>
              <a:t>setText</a:t>
            </a:r>
            <a:r>
              <a:rPr lang="en-US" altLang="zh-TW" dirty="0"/>
              <a:t> “None</a:t>
            </a:r>
            <a:r>
              <a:rPr lang="en-US" altLang="zh-TW" dirty="0" smtClean="0"/>
              <a:t>”</a:t>
            </a:r>
          </a:p>
          <a:p>
            <a:endParaRPr lang="en-US" altLang="zh-TW" dirty="0" smtClean="0"/>
          </a:p>
          <a:p>
            <a:r>
              <a:rPr lang="en-US" altLang="zh-TW" dirty="0" err="1" smtClean="0"/>
              <a:t>Diseqc</a:t>
            </a:r>
            <a:r>
              <a:rPr lang="en-US" altLang="zh-TW" dirty="0" smtClean="0"/>
              <a:t> 1.0 / </a:t>
            </a:r>
            <a:r>
              <a:rPr lang="en-US" altLang="zh-TW" dirty="0"/>
              <a:t>Focused </a:t>
            </a:r>
            <a:r>
              <a:rPr lang="en-US" altLang="zh-TW" dirty="0" err="1"/>
              <a:t>TextView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setText</a:t>
            </a:r>
            <a:r>
              <a:rPr lang="en-US" altLang="zh-TW" dirty="0" smtClean="0"/>
              <a:t> “None”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setDiseqcUse</a:t>
            </a:r>
            <a:r>
              <a:rPr lang="en-US" altLang="zh-TW" dirty="0" smtClean="0"/>
              <a:t>(0)</a:t>
            </a:r>
          </a:p>
          <a:p>
            <a:endParaRPr lang="en-US" altLang="zh-TW" dirty="0" smtClean="0"/>
          </a:p>
          <a:p>
            <a:r>
              <a:rPr lang="en-US" altLang="zh-TW" dirty="0" err="1" smtClean="0"/>
              <a:t>Diseqc</a:t>
            </a:r>
            <a:r>
              <a:rPr lang="en-US" altLang="zh-TW" dirty="0" smtClean="0"/>
              <a:t> 1.2 / Focused </a:t>
            </a:r>
            <a:r>
              <a:rPr lang="en-US" altLang="zh-TW" dirty="0" err="1"/>
              <a:t>TextView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/>
              <a:t>setText</a:t>
            </a:r>
            <a:r>
              <a:rPr lang="en-US" altLang="zh-TW" dirty="0"/>
              <a:t> “None”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setPositionIndex</a:t>
            </a:r>
            <a:r>
              <a:rPr lang="en-US" altLang="zh-TW" dirty="0" smtClean="0"/>
              <a:t>(0</a:t>
            </a:r>
            <a:r>
              <a:rPr lang="en-US" altLang="zh-TW" dirty="0"/>
              <a:t>)</a:t>
            </a:r>
          </a:p>
          <a:p>
            <a:endParaRPr lang="en-US" altLang="zh-TW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344" y="273050"/>
            <a:ext cx="2415161" cy="5853113"/>
          </a:xfrm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43"/>
          <a:stretch/>
        </p:blipFill>
        <p:spPr bwMode="auto">
          <a:xfrm>
            <a:off x="0" y="4314824"/>
            <a:ext cx="4752000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4788024" y="3185592"/>
            <a:ext cx="3636840" cy="9807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15616" y="6352828"/>
            <a:ext cx="899592" cy="4903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19872" y="4437112"/>
            <a:ext cx="1224136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onKeyDown</a:t>
            </a:r>
            <a:br>
              <a:rPr lang="en-US" altLang="zh-TW" dirty="0"/>
            </a:br>
            <a:r>
              <a:rPr lang="en-US" altLang="zh-TW" dirty="0" err="1" smtClean="0"/>
              <a:t>DeleteOne</a:t>
            </a:r>
            <a:r>
              <a:rPr lang="en-US" altLang="zh-TW" dirty="0" smtClean="0"/>
              <a:t>()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24764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12776"/>
            <a:ext cx="3754760" cy="4713387"/>
          </a:xfrm>
        </p:spPr>
        <p:txBody>
          <a:bodyPr/>
          <a:lstStyle/>
          <a:p>
            <a:r>
              <a:rPr lang="en-US" altLang="zh-TW" dirty="0" err="1" smtClean="0"/>
              <a:t>Diseqc</a:t>
            </a:r>
            <a:r>
              <a:rPr lang="en-US" altLang="zh-TW" dirty="0" smtClean="0"/>
              <a:t> 1.2 / Focused </a:t>
            </a:r>
            <a:r>
              <a:rPr lang="en-US" altLang="zh-TW" dirty="0" err="1" smtClean="0"/>
              <a:t>TextView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向右換頁</a:t>
            </a:r>
            <a:endParaRPr lang="en-US" altLang="zh-TW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/>
              <a:t>Index</a:t>
            </a:r>
            <a:r>
              <a:rPr lang="zh-TW" altLang="en-US" dirty="0"/>
              <a:t>超過</a:t>
            </a:r>
            <a:r>
              <a:rPr lang="en-US" altLang="zh-TW" dirty="0"/>
              <a:t>8</a:t>
            </a:r>
            <a:r>
              <a:rPr lang="zh-TW" altLang="en-US" dirty="0"/>
              <a:t>頁歸</a:t>
            </a:r>
            <a:r>
              <a:rPr lang="en-US" altLang="zh-TW" dirty="0"/>
              <a:t>0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Page spinner setSelection(</a:t>
            </a:r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index++</a:t>
            </a:r>
            <a:r>
              <a:rPr lang="en-US" altLang="zh-TW" dirty="0" smtClean="0"/>
              <a:t>)</a:t>
            </a:r>
          </a:p>
          <a:p>
            <a:pPr marL="285750" indent="-285750">
              <a:buFont typeface="Arial" pitchFamily="34" charset="0"/>
              <a:buChar char="•"/>
            </a:pPr>
            <a:endParaRPr lang="en-US" altLang="zh-TW" dirty="0" smtClean="0"/>
          </a:p>
          <a:p>
            <a:r>
              <a:rPr lang="zh-TW" altLang="en-US" dirty="0" smtClean="0"/>
              <a:t>向左</a:t>
            </a:r>
            <a:r>
              <a:rPr lang="zh-TW" altLang="en-US" dirty="0"/>
              <a:t>換</a:t>
            </a:r>
            <a:r>
              <a:rPr lang="zh-TW" altLang="en-US" dirty="0" smtClean="0"/>
              <a:t>頁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/>
              <a:t>Index</a:t>
            </a:r>
            <a:r>
              <a:rPr lang="zh-TW" altLang="en-US" dirty="0"/>
              <a:t>小於</a:t>
            </a:r>
            <a:r>
              <a:rPr lang="en-US" altLang="zh-TW" dirty="0"/>
              <a:t>0</a:t>
            </a:r>
            <a:r>
              <a:rPr lang="zh-TW" altLang="en-US" dirty="0"/>
              <a:t>設最後一頁</a:t>
            </a:r>
            <a:endParaRPr lang="en-US" altLang="zh-TW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Page spinner setSelection(</a:t>
            </a:r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index--</a:t>
            </a:r>
            <a:r>
              <a:rPr lang="en-US" altLang="zh-TW" dirty="0" smtClean="0"/>
              <a:t>)</a:t>
            </a:r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344" y="273050"/>
            <a:ext cx="2415161" cy="5853113"/>
          </a:xfrm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43"/>
          <a:stretch/>
        </p:blipFill>
        <p:spPr bwMode="auto">
          <a:xfrm>
            <a:off x="0" y="4314824"/>
            <a:ext cx="4752000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4932040" y="4221088"/>
            <a:ext cx="3492824" cy="20162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onKeyDown</a:t>
            </a:r>
            <a:br>
              <a:rPr lang="en-US" altLang="zh-TW" dirty="0"/>
            </a:br>
            <a:r>
              <a:rPr lang="zh-TW" altLang="en-US" dirty="0" smtClean="0"/>
              <a:t>換頁</a:t>
            </a:r>
            <a:endParaRPr lang="zh-TW" altLang="en-US" dirty="0"/>
          </a:p>
        </p:txBody>
      </p:sp>
      <p:cxnSp>
        <p:nvCxnSpPr>
          <p:cNvPr id="10" name="直線單箭頭接點 9"/>
          <p:cNvCxnSpPr/>
          <p:nvPr/>
        </p:nvCxnSpPr>
        <p:spPr>
          <a:xfrm flipH="1">
            <a:off x="1403648" y="4437112"/>
            <a:ext cx="864096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3491880" y="4437112"/>
            <a:ext cx="864096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964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On Click Button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 smtClean="0"/>
              <a:t>Diseqc</a:t>
            </a:r>
            <a:r>
              <a:rPr lang="en-US" altLang="zh-TW" dirty="0" smtClean="0"/>
              <a:t> 1.0 / </a:t>
            </a:r>
            <a:r>
              <a:rPr lang="en-US" altLang="zh-TW" dirty="0" err="1" smtClean="0"/>
              <a:t>Diseqc</a:t>
            </a:r>
            <a:r>
              <a:rPr lang="en-US" altLang="zh-TW" dirty="0" smtClean="0"/>
              <a:t> Off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 smtClean="0"/>
              <a:t>EditDiseqc10Dialog()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dirty="0" err="1" smtClean="0"/>
              <a:t>Diseqc</a:t>
            </a:r>
            <a:r>
              <a:rPr lang="en-US" altLang="zh-TW" dirty="0" smtClean="0"/>
              <a:t> 1.2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zh-TW" dirty="0" smtClean="0"/>
              <a:t>EditDiseqc12Dialog()</a:t>
            </a:r>
            <a:endParaRPr lang="zh-TW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852936"/>
            <a:ext cx="4320000" cy="32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857103"/>
            <a:ext cx="4320000" cy="32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2393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466728" cy="1162050"/>
          </a:xfrm>
        </p:spPr>
        <p:txBody>
          <a:bodyPr/>
          <a:lstStyle/>
          <a:p>
            <a:r>
              <a:rPr lang="en-US" altLang="zh-TW" dirty="0" err="1"/>
              <a:t>Diseqc</a:t>
            </a:r>
            <a:r>
              <a:rPr lang="en-US" altLang="zh-TW" dirty="0"/>
              <a:t> 1.0 / </a:t>
            </a:r>
            <a:r>
              <a:rPr lang="en-US" altLang="zh-TW" dirty="0" err="1"/>
              <a:t>Diseqc</a:t>
            </a:r>
            <a:r>
              <a:rPr lang="en-US" altLang="zh-TW" dirty="0"/>
              <a:t> </a:t>
            </a:r>
            <a:r>
              <a:rPr lang="en-US" altLang="zh-TW" dirty="0" smtClean="0"/>
              <a:t>Off Dialog</a:t>
            </a:r>
            <a:br>
              <a:rPr lang="en-US" altLang="zh-TW" dirty="0" smtClean="0"/>
            </a:br>
            <a:r>
              <a:rPr lang="en-US" altLang="zh-TW" dirty="0" smtClean="0"/>
              <a:t>On Item Selected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662" y="1099344"/>
            <a:ext cx="1152525" cy="4200525"/>
          </a:xfrm>
        </p:spPr>
      </p:pic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Satellite, </a:t>
            </a:r>
            <a:r>
              <a:rPr lang="en-US" altLang="zh-TW" dirty="0" err="1" smtClean="0"/>
              <a:t>InitSpinnerSat</a:t>
            </a:r>
            <a:r>
              <a:rPr lang="en-US" altLang="zh-TW" dirty="0" smtClean="0"/>
              <a:t>()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Spinner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/>
              <a:t>替換所有</a:t>
            </a:r>
            <a:r>
              <a:rPr lang="en-US" altLang="zh-TW" dirty="0" smtClean="0"/>
              <a:t>TP List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TunerTune</a:t>
            </a:r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282" y="2834268"/>
            <a:ext cx="5400000" cy="405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971600" y="3645024"/>
            <a:ext cx="367240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>
            <a:off x="647564" y="4005064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647564" y="4278263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647564" y="4509120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647564" y="4725144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647564" y="4941168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647564" y="5229200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180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322712" cy="1162050"/>
          </a:xfrm>
        </p:spPr>
        <p:txBody>
          <a:bodyPr/>
          <a:lstStyle/>
          <a:p>
            <a:r>
              <a:rPr lang="en-US" altLang="zh-TW" dirty="0" err="1"/>
              <a:t>Diseqc</a:t>
            </a:r>
            <a:r>
              <a:rPr lang="en-US" altLang="zh-TW" dirty="0"/>
              <a:t> 1.0 / </a:t>
            </a:r>
            <a:r>
              <a:rPr lang="en-US" altLang="zh-TW" dirty="0" err="1"/>
              <a:t>Diseqc</a:t>
            </a:r>
            <a:r>
              <a:rPr lang="en-US" altLang="zh-TW" dirty="0"/>
              <a:t> Off Dialog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On </a:t>
            </a:r>
            <a:r>
              <a:rPr lang="en-US" altLang="zh-TW" dirty="0"/>
              <a:t>Item Selected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LNB Type, </a:t>
            </a:r>
            <a:r>
              <a:rPr lang="en-US" altLang="zh-TW" dirty="0" err="1" smtClean="0"/>
              <a:t>InitSpinnerLNBType</a:t>
            </a:r>
            <a:r>
              <a:rPr lang="en-US" altLang="zh-TW" dirty="0" smtClean="0"/>
              <a:t>()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i="1" dirty="0" smtClean="0"/>
              <a:t>LNB_TYPE_NORMAL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i="1" dirty="0" smtClean="0"/>
              <a:t>LNB_TYPE_UNIVERSAL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i="1" dirty="0"/>
              <a:t>LNB_TYPE_LNBF</a:t>
            </a:r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282" y="2834268"/>
            <a:ext cx="5400000" cy="405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971600" y="3933056"/>
            <a:ext cx="367240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124744"/>
            <a:ext cx="2676525" cy="4200525"/>
          </a:xfrm>
        </p:spPr>
      </p:pic>
      <p:cxnSp>
        <p:nvCxnSpPr>
          <p:cNvPr id="10" name="直線單箭頭接點 9"/>
          <p:cNvCxnSpPr/>
          <p:nvPr/>
        </p:nvCxnSpPr>
        <p:spPr>
          <a:xfrm>
            <a:off x="647564" y="4278263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619944" y="4509120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012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394720" cy="1162050"/>
          </a:xfrm>
        </p:spPr>
        <p:txBody>
          <a:bodyPr/>
          <a:lstStyle/>
          <a:p>
            <a:r>
              <a:rPr lang="en-US" altLang="zh-TW" dirty="0" err="1"/>
              <a:t>Diseqc</a:t>
            </a:r>
            <a:r>
              <a:rPr lang="en-US" altLang="zh-TW" dirty="0"/>
              <a:t> 1.0 / </a:t>
            </a:r>
            <a:r>
              <a:rPr lang="en-US" altLang="zh-TW" dirty="0" err="1"/>
              <a:t>Diseqc</a:t>
            </a:r>
            <a:r>
              <a:rPr lang="en-US" altLang="zh-TW" dirty="0"/>
              <a:t> Off Dialog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On </a:t>
            </a:r>
            <a:r>
              <a:rPr lang="en-US" altLang="zh-TW" dirty="0"/>
              <a:t>Item Selected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22KHz Tone</a:t>
            </a:r>
            <a:r>
              <a:rPr lang="en-US" altLang="zh-TW" dirty="0"/>
              <a:t>, InitSpinner22kTone()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i="1" dirty="0" smtClean="0"/>
              <a:t>LNB_TYPE_NORMAL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282" y="2834268"/>
            <a:ext cx="5400000" cy="405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971600" y="4581128"/>
            <a:ext cx="3672408" cy="2781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662" y="1670844"/>
            <a:ext cx="1152525" cy="3057525"/>
          </a:xfrm>
        </p:spPr>
      </p:pic>
      <p:cxnSp>
        <p:nvCxnSpPr>
          <p:cNvPr id="10" name="直線單箭頭接點 9"/>
          <p:cNvCxnSpPr/>
          <p:nvPr/>
        </p:nvCxnSpPr>
        <p:spPr>
          <a:xfrm>
            <a:off x="647564" y="4005064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502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466728" cy="1162050"/>
          </a:xfrm>
        </p:spPr>
        <p:txBody>
          <a:bodyPr/>
          <a:lstStyle/>
          <a:p>
            <a:r>
              <a:rPr lang="en-US" altLang="zh-TW" dirty="0" err="1"/>
              <a:t>Diseqc</a:t>
            </a:r>
            <a:r>
              <a:rPr lang="en-US" altLang="zh-TW" dirty="0"/>
              <a:t> 1.0 / </a:t>
            </a:r>
            <a:r>
              <a:rPr lang="en-US" altLang="zh-TW" dirty="0" err="1"/>
              <a:t>Diseqc</a:t>
            </a:r>
            <a:r>
              <a:rPr lang="en-US" altLang="zh-TW" dirty="0"/>
              <a:t> Off Dialog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On </a:t>
            </a:r>
            <a:r>
              <a:rPr lang="en-US" altLang="zh-TW" dirty="0"/>
              <a:t>Item Selected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Transponder</a:t>
            </a:r>
            <a:r>
              <a:rPr lang="en-US" altLang="zh-TW" dirty="0"/>
              <a:t>, </a:t>
            </a:r>
            <a:r>
              <a:rPr lang="en-US" altLang="zh-TW" dirty="0" err="1"/>
              <a:t>InitSpinnerTP</a:t>
            </a:r>
            <a:r>
              <a:rPr lang="en-US" altLang="zh-TW" dirty="0"/>
              <a:t>()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i="1" dirty="0" err="1" smtClean="0"/>
              <a:t>TunerTuneDVBS</a:t>
            </a:r>
            <a:endParaRPr lang="en-US" altLang="zh-TW" b="1" i="1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282" y="2834268"/>
            <a:ext cx="5400000" cy="405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983060" y="5085184"/>
            <a:ext cx="3672408" cy="2781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623020" y="5517232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662" y="1670844"/>
            <a:ext cx="1152525" cy="3057525"/>
          </a:xfrm>
        </p:spPr>
      </p:pic>
    </p:spTree>
    <p:extLst>
      <p:ext uri="{BB962C8B-B14F-4D97-AF65-F5344CB8AC3E}">
        <p14:creationId xmlns:p14="http://schemas.microsoft.com/office/powerpoint/2010/main" val="3735484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394720" cy="1162050"/>
          </a:xfrm>
        </p:spPr>
        <p:txBody>
          <a:bodyPr>
            <a:normAutofit/>
          </a:bodyPr>
          <a:lstStyle/>
          <a:p>
            <a:r>
              <a:rPr lang="en-US" altLang="zh-TW" sz="1800" dirty="0" err="1"/>
              <a:t>Diseqc</a:t>
            </a:r>
            <a:r>
              <a:rPr lang="en-US" altLang="zh-TW" sz="1800" dirty="0"/>
              <a:t> 1.0 / </a:t>
            </a:r>
            <a:r>
              <a:rPr lang="en-US" altLang="zh-TW" sz="1800" dirty="0" err="1"/>
              <a:t>Diseqc</a:t>
            </a:r>
            <a:r>
              <a:rPr lang="en-US" altLang="zh-TW" sz="1800" dirty="0"/>
              <a:t> Off Dialog </a:t>
            </a:r>
            <a:r>
              <a:rPr lang="en-US" altLang="zh-TW" sz="1800" dirty="0" smtClean="0"/>
              <a:t/>
            </a:r>
            <a:br>
              <a:rPr lang="en-US" altLang="zh-TW" sz="1800" dirty="0" smtClean="0"/>
            </a:br>
            <a:r>
              <a:rPr lang="en-US" altLang="zh-TW" sz="1800" dirty="0" smtClean="0"/>
              <a:t>Runnable</a:t>
            </a:r>
            <a:endParaRPr lang="zh-TW" altLang="en-US" sz="1800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InitProgressBar</a:t>
            </a:r>
            <a:r>
              <a:rPr lang="en-US" altLang="zh-TW" dirty="0"/>
              <a:t>()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i="1" dirty="0" err="1" smtClean="0"/>
              <a:t>TunerGetLockStatus</a:t>
            </a:r>
            <a:endParaRPr lang="en-US" altLang="zh-TW" b="1" i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i="1" dirty="0" err="1" smtClean="0"/>
              <a:t>TunerGetStrength</a:t>
            </a:r>
            <a:endParaRPr lang="en-US" altLang="zh-TW" b="1" i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i="1" dirty="0" err="1" smtClean="0"/>
              <a:t>TunerGetQuality</a:t>
            </a:r>
            <a:endParaRPr lang="en-US" altLang="zh-TW" b="1" i="1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282" y="2834268"/>
            <a:ext cx="5400000" cy="405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983060" y="5301208"/>
            <a:ext cx="3672408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2895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1800" dirty="0" err="1"/>
              <a:t>Diseqc</a:t>
            </a:r>
            <a:r>
              <a:rPr lang="en-US" altLang="zh-TW" sz="1800" dirty="0"/>
              <a:t> </a:t>
            </a:r>
            <a:r>
              <a:rPr lang="en-US" altLang="zh-TW" sz="1800" dirty="0" smtClean="0"/>
              <a:t>1.0 / </a:t>
            </a:r>
            <a:r>
              <a:rPr lang="en-US" altLang="zh-TW" sz="1800" dirty="0" err="1" smtClean="0"/>
              <a:t>Diseqc</a:t>
            </a:r>
            <a:r>
              <a:rPr lang="en-US" altLang="zh-TW" sz="1800" dirty="0" smtClean="0"/>
              <a:t> Off Dialog </a:t>
            </a:r>
            <a:br>
              <a:rPr lang="en-US" altLang="zh-TW" sz="1800" dirty="0" smtClean="0"/>
            </a:br>
            <a:r>
              <a:rPr lang="en-US" altLang="zh-TW" sz="1800" dirty="0" smtClean="0"/>
              <a:t>onKeyDown</a:t>
            </a:r>
            <a:endParaRPr lang="zh-TW" altLang="en-US" sz="1800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5234260"/>
          </a:xfrm>
        </p:spPr>
        <p:txBody>
          <a:bodyPr>
            <a:normAutofit lnSpcReduction="10000"/>
          </a:bodyPr>
          <a:lstStyle/>
          <a:p>
            <a:endParaRPr lang="en-US" altLang="zh-TW" dirty="0" smtClean="0"/>
          </a:p>
          <a:p>
            <a:r>
              <a:rPr lang="en-US" altLang="zh-TW" dirty="0" smtClean="0"/>
              <a:t>Confirm Dialog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Sat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LNB Type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22K Tone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LNB Power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Low </a:t>
            </a:r>
            <a:r>
              <a:rPr lang="en-US" altLang="zh-TW" dirty="0" err="1" smtClean="0"/>
              <a:t>Freq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High </a:t>
            </a:r>
            <a:r>
              <a:rPr lang="en-US" altLang="zh-TW" dirty="0" err="1" smtClean="0"/>
              <a:t>Freq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dirty="0" smtClean="0"/>
              <a:t>Abstract </a:t>
            </a:r>
            <a:r>
              <a:rPr lang="en-US" altLang="zh-TW" b="1" dirty="0" err="1" smtClean="0"/>
              <a:t>SaveSetting</a:t>
            </a:r>
            <a:r>
              <a:rPr lang="en-US" altLang="zh-TW" b="1" dirty="0" smtClean="0"/>
              <a:t>()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Edit Sat Dialog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setSatName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setAngle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setAngleEW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Add TP Dialog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setSatId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setTuner_id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setFreq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setSymbol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setPolar</a:t>
            </a:r>
            <a:endParaRPr lang="en-US" altLang="zh-TW" dirty="0" smtClean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050" y="1324164"/>
            <a:ext cx="5111750" cy="3750884"/>
          </a:xfrm>
        </p:spPr>
      </p:pic>
      <p:cxnSp>
        <p:nvCxnSpPr>
          <p:cNvPr id="8" name="直線單箭頭接點 7"/>
          <p:cNvCxnSpPr/>
          <p:nvPr/>
        </p:nvCxnSpPr>
        <p:spPr>
          <a:xfrm flipH="1" flipV="1">
            <a:off x="1691680" y="1844824"/>
            <a:ext cx="1872208" cy="8640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>
            <a:off x="1619672" y="3717032"/>
            <a:ext cx="1944216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H="1">
            <a:off x="1619672" y="4725144"/>
            <a:ext cx="1983296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069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err="1"/>
              <a:t>Diseqc</a:t>
            </a:r>
            <a:r>
              <a:rPr lang="en-US" altLang="zh-TW" dirty="0"/>
              <a:t> 1.0 / </a:t>
            </a:r>
            <a:r>
              <a:rPr lang="en-US" altLang="zh-TW" dirty="0" err="1"/>
              <a:t>Diseqc</a:t>
            </a:r>
            <a:r>
              <a:rPr lang="en-US" altLang="zh-TW" dirty="0"/>
              <a:t> Off </a:t>
            </a:r>
            <a:r>
              <a:rPr lang="en-US" altLang="zh-TW" dirty="0" smtClean="0"/>
              <a:t>Dialog</a:t>
            </a:r>
            <a:br>
              <a:rPr lang="en-US" altLang="zh-TW" dirty="0" smtClean="0"/>
            </a:br>
            <a:r>
              <a:rPr lang="en-US" altLang="zh-TW" dirty="0" err="1" smtClean="0"/>
              <a:t>SaveSetting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662" y="527844"/>
            <a:ext cx="2676525" cy="5343525"/>
          </a:xfrm>
        </p:spPr>
      </p:pic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4114800" cy="4691063"/>
          </a:xfrm>
        </p:spPr>
        <p:txBody>
          <a:bodyPr/>
          <a:lstStyle/>
          <a:p>
            <a:endParaRPr lang="en-US" altLang="zh-TW" dirty="0" smtClean="0"/>
          </a:p>
          <a:p>
            <a:r>
              <a:rPr lang="zh-TW" altLang="en-US" dirty="0" smtClean="0"/>
              <a:t>清空</a:t>
            </a:r>
            <a:r>
              <a:rPr lang="en-US" altLang="zh-TW" dirty="0" err="1" smtClean="0"/>
              <a:t>Diseqc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EmptyDiseqc</a:t>
            </a:r>
            <a:r>
              <a:rPr lang="en-US" altLang="zh-TW" dirty="0" smtClean="0"/>
              <a:t>()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/>
              <a:t>清空</a:t>
            </a:r>
            <a:r>
              <a:rPr lang="en-US" altLang="zh-TW" dirty="0" err="1"/>
              <a:t>Diseqc</a:t>
            </a:r>
            <a:r>
              <a:rPr lang="en-US" altLang="zh-TW" dirty="0"/>
              <a:t> Off, </a:t>
            </a:r>
            <a:r>
              <a:rPr lang="en-US" altLang="zh-TW" dirty="0" err="1"/>
              <a:t>button.setText</a:t>
            </a:r>
            <a:r>
              <a:rPr lang="en-US" altLang="zh-TW" dirty="0"/>
              <a:t>(NONE)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/>
              <a:t>清空</a:t>
            </a:r>
            <a:r>
              <a:rPr lang="en-US" altLang="zh-TW" dirty="0" err="1"/>
              <a:t>Diseqc</a:t>
            </a:r>
            <a:r>
              <a:rPr lang="en-US" altLang="zh-TW" dirty="0"/>
              <a:t> </a:t>
            </a:r>
            <a:r>
              <a:rPr lang="en-US" altLang="zh-TW" dirty="0" smtClean="0"/>
              <a:t>1.0, </a:t>
            </a:r>
            <a:r>
              <a:rPr lang="en-US" altLang="zh-TW" dirty="0" err="1" smtClean="0"/>
              <a:t>setDiseqcUse</a:t>
            </a:r>
            <a:r>
              <a:rPr lang="en-US" altLang="zh-TW" dirty="0" smtClean="0"/>
              <a:t>(0)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/>
              <a:t>清空</a:t>
            </a:r>
            <a:r>
              <a:rPr lang="en-US" altLang="zh-TW" dirty="0" err="1"/>
              <a:t>Diseqc</a:t>
            </a:r>
            <a:r>
              <a:rPr lang="en-US" altLang="zh-TW" dirty="0"/>
              <a:t> </a:t>
            </a:r>
            <a:r>
              <a:rPr lang="en-US" altLang="zh-TW" dirty="0" smtClean="0"/>
              <a:t>1.2, </a:t>
            </a:r>
            <a:r>
              <a:rPr lang="en-US" altLang="zh-TW" dirty="0" err="1" smtClean="0"/>
              <a:t>setPositionIndex</a:t>
            </a:r>
            <a:r>
              <a:rPr lang="en-US" altLang="zh-TW" dirty="0" smtClean="0"/>
              <a:t>(0)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存設定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SavePortSat</a:t>
            </a:r>
            <a:r>
              <a:rPr lang="en-US" altLang="zh-TW" dirty="0" smtClean="0"/>
              <a:t>()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HISI: </a:t>
            </a:r>
            <a:r>
              <a:rPr lang="en-US" altLang="zh-TW" dirty="0" err="1" smtClean="0"/>
              <a:t>SatInfoUpdate</a:t>
            </a:r>
            <a:r>
              <a:rPr lang="en-US" altLang="zh-TW" dirty="0" smtClean="0"/>
              <a:t>() / </a:t>
            </a:r>
            <a:r>
              <a:rPr lang="en-US" altLang="zh-TW" dirty="0"/>
              <a:t>PESI: </a:t>
            </a:r>
            <a:r>
              <a:rPr lang="en-US" altLang="zh-TW" dirty="0" err="1"/>
              <a:t>SatInfoSaveList</a:t>
            </a:r>
            <a:r>
              <a:rPr lang="en-US" altLang="zh-TW" dirty="0"/>
              <a:t>()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TpInfoSaveList</a:t>
            </a:r>
            <a:r>
              <a:rPr lang="en-US" altLang="zh-TW" dirty="0" smtClean="0"/>
              <a:t>()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GposInfoSave</a:t>
            </a:r>
            <a:r>
              <a:rPr lang="en-US" altLang="zh-TW" dirty="0" smtClean="0"/>
              <a:t>()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修改</a:t>
            </a:r>
            <a:r>
              <a:rPr lang="en-US" altLang="zh-TW" dirty="0" err="1" smtClean="0"/>
              <a:t>TextView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SavePortText</a:t>
            </a:r>
            <a:r>
              <a:rPr lang="en-US" altLang="zh-TW" dirty="0" smtClean="0"/>
              <a:t>()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/>
              <a:t>存目前</a:t>
            </a:r>
            <a:r>
              <a:rPr lang="en-US" altLang="zh-TW" dirty="0" smtClean="0"/>
              <a:t>Sat Index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/>
              <a:t>修改</a:t>
            </a:r>
            <a:r>
              <a:rPr lang="en-US" altLang="zh-TW" dirty="0" smtClean="0"/>
              <a:t>Angle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/>
              <a:t>修改</a:t>
            </a:r>
            <a:r>
              <a:rPr lang="en-US" altLang="zh-TW" dirty="0" smtClean="0"/>
              <a:t>Sat Name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97450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err="1"/>
              <a:t>Diseqc</a:t>
            </a:r>
            <a:r>
              <a:rPr lang="en-US" altLang="zh-TW" dirty="0"/>
              <a:t> 1.0 / </a:t>
            </a:r>
            <a:r>
              <a:rPr lang="en-US" altLang="zh-TW" dirty="0" err="1"/>
              <a:t>Diseqc</a:t>
            </a:r>
            <a:r>
              <a:rPr lang="en-US" altLang="zh-TW" dirty="0"/>
              <a:t> Off </a:t>
            </a:r>
            <a:r>
              <a:rPr lang="en-US" altLang="zh-TW" dirty="0" smtClean="0"/>
              <a:t>Dialog</a:t>
            </a:r>
            <a:br>
              <a:rPr lang="en-US" altLang="zh-TW" dirty="0" smtClean="0"/>
            </a:br>
            <a:r>
              <a:rPr lang="en-US" altLang="zh-TW" dirty="0" err="1" smtClean="0"/>
              <a:t>SaveSetting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662" y="527844"/>
            <a:ext cx="2676525" cy="5343525"/>
          </a:xfrm>
        </p:spPr>
      </p:pic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4114800" cy="4691063"/>
          </a:xfrm>
        </p:spPr>
        <p:txBody>
          <a:bodyPr/>
          <a:lstStyle/>
          <a:p>
            <a:endParaRPr lang="en-US" altLang="zh-TW" dirty="0" smtClean="0"/>
          </a:p>
          <a:p>
            <a:r>
              <a:rPr lang="zh-TW" altLang="en-US" dirty="0" smtClean="0"/>
              <a:t>清空</a:t>
            </a:r>
            <a:r>
              <a:rPr lang="en-US" altLang="zh-TW" dirty="0" err="1" smtClean="0"/>
              <a:t>Diseqc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EmptyDiseqc</a:t>
            </a:r>
            <a:r>
              <a:rPr lang="en-US" altLang="zh-TW" dirty="0" smtClean="0"/>
              <a:t>()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/>
              <a:t>清空</a:t>
            </a:r>
            <a:r>
              <a:rPr lang="en-US" altLang="zh-TW" dirty="0" err="1"/>
              <a:t>Diseqc</a:t>
            </a:r>
            <a:r>
              <a:rPr lang="en-US" altLang="zh-TW" dirty="0"/>
              <a:t> Off, </a:t>
            </a:r>
            <a:r>
              <a:rPr lang="en-US" altLang="zh-TW" dirty="0" err="1"/>
              <a:t>button.setText</a:t>
            </a:r>
            <a:r>
              <a:rPr lang="en-US" altLang="zh-TW" dirty="0"/>
              <a:t>(NONE)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/>
              <a:t>清空</a:t>
            </a:r>
            <a:r>
              <a:rPr lang="en-US" altLang="zh-TW" dirty="0" err="1"/>
              <a:t>Diseqc</a:t>
            </a:r>
            <a:r>
              <a:rPr lang="en-US" altLang="zh-TW" dirty="0"/>
              <a:t> </a:t>
            </a:r>
            <a:r>
              <a:rPr lang="en-US" altLang="zh-TW" dirty="0" smtClean="0"/>
              <a:t>1.0, </a:t>
            </a:r>
            <a:r>
              <a:rPr lang="en-US" altLang="zh-TW" dirty="0" err="1" smtClean="0"/>
              <a:t>setDiseqcUse</a:t>
            </a:r>
            <a:r>
              <a:rPr lang="en-US" altLang="zh-TW" dirty="0" smtClean="0"/>
              <a:t>(0)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/>
              <a:t>清空</a:t>
            </a:r>
            <a:r>
              <a:rPr lang="en-US" altLang="zh-TW" dirty="0" err="1"/>
              <a:t>Diseqc</a:t>
            </a:r>
            <a:r>
              <a:rPr lang="en-US" altLang="zh-TW" dirty="0"/>
              <a:t> </a:t>
            </a:r>
            <a:r>
              <a:rPr lang="en-US" altLang="zh-TW" dirty="0" smtClean="0"/>
              <a:t>1.2, </a:t>
            </a:r>
            <a:r>
              <a:rPr lang="en-US" altLang="zh-TW" dirty="0" err="1" smtClean="0"/>
              <a:t>setPositionIndex</a:t>
            </a:r>
            <a:r>
              <a:rPr lang="en-US" altLang="zh-TW" dirty="0" smtClean="0"/>
              <a:t>(0)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存設定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SavePortSat</a:t>
            </a:r>
            <a:r>
              <a:rPr lang="en-US" altLang="zh-TW" dirty="0" smtClean="0"/>
              <a:t>()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HISI: </a:t>
            </a:r>
            <a:r>
              <a:rPr lang="en-US" altLang="zh-TW" dirty="0" err="1" smtClean="0"/>
              <a:t>SatInfoUpdate</a:t>
            </a:r>
            <a:r>
              <a:rPr lang="en-US" altLang="zh-TW" dirty="0" smtClean="0"/>
              <a:t>() / </a:t>
            </a:r>
            <a:r>
              <a:rPr lang="en-US" altLang="zh-TW" dirty="0"/>
              <a:t>PESI: </a:t>
            </a:r>
            <a:r>
              <a:rPr lang="en-US" altLang="zh-TW" dirty="0" err="1"/>
              <a:t>SatInfoSaveList</a:t>
            </a:r>
            <a:r>
              <a:rPr lang="en-US" altLang="zh-TW" dirty="0"/>
              <a:t>()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TpInfoSaveList</a:t>
            </a:r>
            <a:r>
              <a:rPr lang="en-US" altLang="zh-TW" dirty="0" smtClean="0"/>
              <a:t>()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GposInfoSave</a:t>
            </a:r>
            <a:r>
              <a:rPr lang="en-US" altLang="zh-TW" dirty="0" smtClean="0"/>
              <a:t>()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修改</a:t>
            </a:r>
            <a:r>
              <a:rPr lang="en-US" altLang="zh-TW" dirty="0" err="1" smtClean="0"/>
              <a:t>TextView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SavePortText</a:t>
            </a:r>
            <a:r>
              <a:rPr lang="en-US" altLang="zh-TW" dirty="0" smtClean="0"/>
              <a:t>()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/>
              <a:t>存目前</a:t>
            </a:r>
            <a:r>
              <a:rPr lang="en-US" altLang="zh-TW" dirty="0" smtClean="0"/>
              <a:t>Sat Index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/>
              <a:t>修改</a:t>
            </a:r>
            <a:r>
              <a:rPr lang="en-US" altLang="zh-TW" dirty="0" smtClean="0"/>
              <a:t>Angle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/>
              <a:t>修改</a:t>
            </a:r>
            <a:r>
              <a:rPr lang="en-US" altLang="zh-TW" dirty="0" smtClean="0"/>
              <a:t>Sat Name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20190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08000"/>
            <a:ext cx="5400000" cy="405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466728" cy="1162050"/>
          </a:xfrm>
        </p:spPr>
        <p:txBody>
          <a:bodyPr/>
          <a:lstStyle/>
          <a:p>
            <a:r>
              <a:rPr lang="en-US" altLang="zh-TW" dirty="0" err="1"/>
              <a:t>Diseqc</a:t>
            </a:r>
            <a:r>
              <a:rPr lang="en-US" altLang="zh-TW" dirty="0"/>
              <a:t> </a:t>
            </a:r>
            <a:r>
              <a:rPr lang="en-US" altLang="zh-TW" dirty="0" smtClean="0"/>
              <a:t>1.2 Dialog</a:t>
            </a:r>
            <a:br>
              <a:rPr lang="en-US" altLang="zh-TW" dirty="0" smtClean="0"/>
            </a:br>
            <a:r>
              <a:rPr lang="en-US" altLang="zh-TW" dirty="0" err="1" smtClean="0"/>
              <a:t>InitSpinnerSat</a:t>
            </a:r>
            <a:r>
              <a:rPr lang="en-US" altLang="zh-TW" dirty="0" smtClean="0"/>
              <a:t>(): On Item Selected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662" y="1099344"/>
            <a:ext cx="1152525" cy="4200525"/>
          </a:xfrm>
        </p:spPr>
      </p:pic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Satellite, </a:t>
            </a:r>
            <a:r>
              <a:rPr lang="en-US" altLang="zh-TW" dirty="0" err="1" smtClean="0"/>
              <a:t>InitSpinnerSat</a:t>
            </a:r>
            <a:r>
              <a:rPr lang="en-US" altLang="zh-TW" dirty="0" smtClean="0"/>
              <a:t>()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Spinner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dirty="0" smtClean="0"/>
              <a:t>替換所有</a:t>
            </a:r>
            <a:r>
              <a:rPr lang="en-US" altLang="zh-TW" dirty="0" smtClean="0"/>
              <a:t>TP List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err="1" smtClean="0"/>
              <a:t>TunerTune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827584" y="3789040"/>
            <a:ext cx="385242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>
            <a:off x="539552" y="4221088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539552" y="4437112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539552" y="4725144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723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08000"/>
            <a:ext cx="5400000" cy="405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898776" cy="1162050"/>
          </a:xfrm>
        </p:spPr>
        <p:txBody>
          <a:bodyPr/>
          <a:lstStyle/>
          <a:p>
            <a:r>
              <a:rPr lang="en-US" altLang="zh-TW" dirty="0" err="1"/>
              <a:t>Diseqc</a:t>
            </a:r>
            <a:r>
              <a:rPr lang="en-US" altLang="zh-TW" dirty="0"/>
              <a:t> 1.2 Dialog</a:t>
            </a:r>
            <a:br>
              <a:rPr lang="en-US" altLang="zh-TW" dirty="0"/>
            </a:br>
            <a:r>
              <a:rPr lang="en-US" altLang="zh-TW" dirty="0" err="1" smtClean="0"/>
              <a:t>InitSpinnerTP</a:t>
            </a:r>
            <a:r>
              <a:rPr lang="en-US" altLang="zh-TW" dirty="0" smtClean="0"/>
              <a:t>(): On </a:t>
            </a:r>
            <a:r>
              <a:rPr lang="en-US" altLang="zh-TW" dirty="0"/>
              <a:t>Item Selected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Transponder</a:t>
            </a:r>
            <a:r>
              <a:rPr lang="en-US" altLang="zh-TW" dirty="0"/>
              <a:t>, </a:t>
            </a:r>
            <a:r>
              <a:rPr lang="en-US" altLang="zh-TW" dirty="0" err="1"/>
              <a:t>InitSpinnerTP</a:t>
            </a:r>
            <a:r>
              <a:rPr lang="en-US" altLang="zh-TW" dirty="0"/>
              <a:t>()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i="1" dirty="0" err="1" smtClean="0"/>
              <a:t>TunerTuneDVBS</a:t>
            </a:r>
            <a:endParaRPr lang="en-US" altLang="zh-TW" b="1" i="1" dirty="0" smtClean="0"/>
          </a:p>
        </p:txBody>
      </p:sp>
      <p:sp>
        <p:nvSpPr>
          <p:cNvPr id="7" name="矩形 6"/>
          <p:cNvSpPr/>
          <p:nvPr/>
        </p:nvSpPr>
        <p:spPr>
          <a:xfrm>
            <a:off x="827076" y="4077072"/>
            <a:ext cx="3672408" cy="2781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539552" y="5517232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662" y="1670844"/>
            <a:ext cx="1152525" cy="3057525"/>
          </a:xfrm>
        </p:spPr>
      </p:pic>
    </p:spTree>
    <p:extLst>
      <p:ext uri="{BB962C8B-B14F-4D97-AF65-F5344CB8AC3E}">
        <p14:creationId xmlns:p14="http://schemas.microsoft.com/office/powerpoint/2010/main" val="959022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08000"/>
            <a:ext cx="5400000" cy="405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4942800" cy="1162050"/>
          </a:xfrm>
        </p:spPr>
        <p:txBody>
          <a:bodyPr/>
          <a:lstStyle/>
          <a:p>
            <a:r>
              <a:rPr lang="en-US" altLang="zh-TW" dirty="0" err="1"/>
              <a:t>Diseqc</a:t>
            </a:r>
            <a:r>
              <a:rPr lang="en-US" altLang="zh-TW" dirty="0"/>
              <a:t> 1.2 Dialog</a:t>
            </a:r>
            <a:br>
              <a:rPr lang="en-US" altLang="zh-TW" dirty="0"/>
            </a:br>
            <a:r>
              <a:rPr lang="en-US" altLang="zh-TW" dirty="0" err="1" smtClean="0"/>
              <a:t>InitSpinnerMoveDish</a:t>
            </a:r>
            <a:r>
              <a:rPr lang="en-US" altLang="zh-TW" dirty="0" smtClean="0"/>
              <a:t>(): On </a:t>
            </a:r>
            <a:r>
              <a:rPr lang="en-US" altLang="zh-TW" dirty="0"/>
              <a:t>Item Selected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Move Dish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Stop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W &lt;&lt; Moving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Moving &gt;&gt; E</a:t>
            </a:r>
          </a:p>
        </p:txBody>
      </p:sp>
      <p:sp>
        <p:nvSpPr>
          <p:cNvPr id="7" name="矩形 6"/>
          <p:cNvSpPr/>
          <p:nvPr/>
        </p:nvSpPr>
        <p:spPr>
          <a:xfrm>
            <a:off x="827076" y="4563048"/>
            <a:ext cx="3672408" cy="269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0883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2808000"/>
            <a:ext cx="5400000" cy="405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466728" cy="1162050"/>
          </a:xfrm>
        </p:spPr>
        <p:txBody>
          <a:bodyPr/>
          <a:lstStyle/>
          <a:p>
            <a:r>
              <a:rPr lang="en-US" altLang="zh-TW" dirty="0" err="1"/>
              <a:t>Diseqc</a:t>
            </a:r>
            <a:r>
              <a:rPr lang="en-US" altLang="zh-TW" dirty="0"/>
              <a:t> 1.2 Dialog</a:t>
            </a:r>
            <a:br>
              <a:rPr lang="en-US" altLang="zh-TW" dirty="0"/>
            </a:br>
            <a:r>
              <a:rPr lang="en-US" altLang="zh-TW" dirty="0" err="1" smtClean="0"/>
              <a:t>InitSetLimit</a:t>
            </a:r>
            <a:r>
              <a:rPr lang="en-US" altLang="zh-TW" dirty="0" smtClean="0"/>
              <a:t>(): On Click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Set Limit</a:t>
            </a:r>
          </a:p>
          <a:p>
            <a:r>
              <a:rPr lang="zh-TW" altLang="en-US" dirty="0" smtClean="0"/>
              <a:t>開啟</a:t>
            </a:r>
            <a:r>
              <a:rPr lang="en-US" altLang="zh-TW" dirty="0" smtClean="0"/>
              <a:t>Limit Setup Dialog</a:t>
            </a:r>
          </a:p>
        </p:txBody>
      </p:sp>
      <p:sp>
        <p:nvSpPr>
          <p:cNvPr id="7" name="矩形 6"/>
          <p:cNvSpPr/>
          <p:nvPr/>
        </p:nvSpPr>
        <p:spPr>
          <a:xfrm>
            <a:off x="827076" y="5031256"/>
            <a:ext cx="3672408" cy="269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9551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466728" cy="1162050"/>
          </a:xfrm>
        </p:spPr>
        <p:txBody>
          <a:bodyPr/>
          <a:lstStyle/>
          <a:p>
            <a:r>
              <a:rPr lang="en-US" altLang="zh-TW" dirty="0"/>
              <a:t>Limit Setup</a:t>
            </a:r>
            <a:r>
              <a:rPr lang="en-US" altLang="zh-TW" dirty="0" smtClean="0"/>
              <a:t> </a:t>
            </a:r>
            <a:r>
              <a:rPr lang="en-US" altLang="zh-TW" dirty="0"/>
              <a:t>Dialog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East Limit</a:t>
            </a:r>
            <a:endParaRPr lang="en-US" altLang="zh-TW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>
                <a:solidFill>
                  <a:srgbClr val="FF0000"/>
                </a:solidFill>
              </a:rPr>
              <a:t>Stop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/>
              <a:t>W &lt;&lt; Moving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/>
              <a:t>Moving &gt;&gt; </a:t>
            </a:r>
            <a:r>
              <a:rPr lang="en-US" altLang="zh-TW" dirty="0" smtClean="0"/>
              <a:t>E</a:t>
            </a:r>
            <a:endParaRPr lang="en-US" altLang="zh-TW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dirty="0"/>
              <a:t>Set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dirty="0"/>
              <a:t>Not Set</a:t>
            </a:r>
          </a:p>
          <a:p>
            <a:pPr marL="285750" indent="-285750">
              <a:buFont typeface="Arial" pitchFamily="34" charset="0"/>
              <a:buChar char="•"/>
            </a:pPr>
            <a:endParaRPr lang="en-US" altLang="zh-TW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662" y="527844"/>
            <a:ext cx="4962525" cy="5343525"/>
          </a:xfrm>
        </p:spPr>
      </p:pic>
      <p:pic>
        <p:nvPicPr>
          <p:cNvPr id="9219" name="Picture 3" descr="D:\DSC_004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85384"/>
            <a:ext cx="3600000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5364088" y="764704"/>
            <a:ext cx="792088" cy="269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79712" y="4941168"/>
            <a:ext cx="792088" cy="269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011965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466728" cy="1162050"/>
          </a:xfrm>
        </p:spPr>
        <p:txBody>
          <a:bodyPr/>
          <a:lstStyle/>
          <a:p>
            <a:r>
              <a:rPr lang="en-US" altLang="zh-TW" dirty="0"/>
              <a:t>Limit Setup</a:t>
            </a:r>
            <a:r>
              <a:rPr lang="en-US" altLang="zh-TW" dirty="0" smtClean="0"/>
              <a:t> </a:t>
            </a:r>
            <a:r>
              <a:rPr lang="en-US" altLang="zh-TW" dirty="0"/>
              <a:t>Dialog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East Limit</a:t>
            </a:r>
            <a:endParaRPr lang="en-US" altLang="zh-TW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>
                <a:solidFill>
                  <a:srgbClr val="FF0000"/>
                </a:solidFill>
              </a:rPr>
              <a:t>Stop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/>
              <a:t>W &lt;&lt; Moving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/>
              <a:t>Moving &gt;&gt; </a:t>
            </a:r>
            <a:r>
              <a:rPr lang="en-US" altLang="zh-TW" dirty="0" smtClean="0"/>
              <a:t>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dirty="0" smtClean="0"/>
              <a:t>Set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dirty="0" smtClean="0"/>
              <a:t>Not Set</a:t>
            </a:r>
            <a:endParaRPr lang="en-US" altLang="zh-TW" b="1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662" y="527844"/>
            <a:ext cx="4962525" cy="5343525"/>
          </a:xfrm>
        </p:spPr>
      </p:pic>
      <p:sp>
        <p:nvSpPr>
          <p:cNvPr id="10" name="矩形 9"/>
          <p:cNvSpPr/>
          <p:nvPr/>
        </p:nvSpPr>
        <p:spPr>
          <a:xfrm>
            <a:off x="5220072" y="1844824"/>
            <a:ext cx="1008112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10242" name="Picture 2" descr="D:\DSC_004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67500"/>
            <a:ext cx="3600000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98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466728" cy="1162050"/>
          </a:xfrm>
        </p:spPr>
        <p:txBody>
          <a:bodyPr/>
          <a:lstStyle/>
          <a:p>
            <a:r>
              <a:rPr lang="en-US" altLang="zh-TW" dirty="0"/>
              <a:t>Limit Setup</a:t>
            </a:r>
            <a:r>
              <a:rPr lang="en-US" altLang="zh-TW" dirty="0" smtClean="0"/>
              <a:t> </a:t>
            </a:r>
            <a:r>
              <a:rPr lang="en-US" altLang="zh-TW" dirty="0"/>
              <a:t>Dialog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East Limit</a:t>
            </a:r>
            <a:endParaRPr lang="en-US" altLang="zh-TW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/>
              <a:t>Stop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/>
              <a:t>W &lt;&lt; Moving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/>
              <a:t>Moving &gt;&gt; </a:t>
            </a:r>
            <a:r>
              <a:rPr lang="en-US" altLang="zh-TW" dirty="0" smtClean="0"/>
              <a:t>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dirty="0" smtClean="0">
                <a:solidFill>
                  <a:srgbClr val="FF0000"/>
                </a:solidFill>
              </a:rPr>
              <a:t>Set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dirty="0" smtClean="0"/>
              <a:t>Not Set</a:t>
            </a:r>
            <a:endParaRPr lang="en-US" altLang="zh-TW" b="1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662" y="527844"/>
            <a:ext cx="4962525" cy="5343525"/>
          </a:xfrm>
        </p:spPr>
      </p:pic>
      <p:sp>
        <p:nvSpPr>
          <p:cNvPr id="10" name="矩形 9"/>
          <p:cNvSpPr/>
          <p:nvPr/>
        </p:nvSpPr>
        <p:spPr>
          <a:xfrm>
            <a:off x="5220072" y="1844824"/>
            <a:ext cx="1008112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11266" name="Picture 2" descr="D:\DSC_004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4158000"/>
            <a:ext cx="3600000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1907704" y="5085184"/>
            <a:ext cx="100811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7006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466728" cy="1162050"/>
          </a:xfrm>
        </p:spPr>
        <p:txBody>
          <a:bodyPr/>
          <a:lstStyle/>
          <a:p>
            <a:r>
              <a:rPr lang="en-US" altLang="zh-TW" dirty="0"/>
              <a:t>Limit Setup</a:t>
            </a:r>
            <a:r>
              <a:rPr lang="en-US" altLang="zh-TW" dirty="0" smtClean="0"/>
              <a:t> </a:t>
            </a:r>
            <a:r>
              <a:rPr lang="en-US" altLang="zh-TW" dirty="0"/>
              <a:t>Dialog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West Limit</a:t>
            </a:r>
            <a:endParaRPr lang="en-US" altLang="zh-TW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>
                <a:solidFill>
                  <a:srgbClr val="FF0000"/>
                </a:solidFill>
              </a:rPr>
              <a:t>Stop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/>
              <a:t>W &lt;&lt; Moving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/>
              <a:t>Moving &gt;&gt; </a:t>
            </a:r>
            <a:r>
              <a:rPr lang="en-US" altLang="zh-TW" dirty="0" smtClean="0"/>
              <a:t>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dirty="0" smtClean="0"/>
              <a:t>Set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dirty="0" smtClean="0"/>
              <a:t>Not Set</a:t>
            </a:r>
            <a:endParaRPr lang="en-US" altLang="zh-TW" b="1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662" y="527844"/>
            <a:ext cx="4962525" cy="5343525"/>
          </a:xfrm>
        </p:spPr>
      </p:pic>
      <p:sp>
        <p:nvSpPr>
          <p:cNvPr id="10" name="矩形 9"/>
          <p:cNvSpPr/>
          <p:nvPr/>
        </p:nvSpPr>
        <p:spPr>
          <a:xfrm>
            <a:off x="5235674" y="2996952"/>
            <a:ext cx="1008112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11266" name="Picture 2" descr="D:\DSC_004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4158000"/>
            <a:ext cx="3600000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1907704" y="5301208"/>
            <a:ext cx="100811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298969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D:\DSC_004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76628"/>
            <a:ext cx="3600000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466728" cy="1162050"/>
          </a:xfrm>
        </p:spPr>
        <p:txBody>
          <a:bodyPr/>
          <a:lstStyle/>
          <a:p>
            <a:r>
              <a:rPr lang="en-US" altLang="zh-TW" dirty="0"/>
              <a:t>Limit Setup</a:t>
            </a:r>
            <a:r>
              <a:rPr lang="en-US" altLang="zh-TW" dirty="0" smtClean="0"/>
              <a:t> </a:t>
            </a:r>
            <a:r>
              <a:rPr lang="en-US" altLang="zh-TW" dirty="0"/>
              <a:t>Dialog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West Limit</a:t>
            </a:r>
            <a:endParaRPr lang="en-US" altLang="zh-TW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/>
              <a:t>Stop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/>
              <a:t>W &lt;&lt; Moving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/>
              <a:t>Moving &gt;&gt; </a:t>
            </a:r>
            <a:r>
              <a:rPr lang="en-US" altLang="zh-TW" dirty="0" smtClean="0"/>
              <a:t>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dirty="0" smtClean="0">
                <a:solidFill>
                  <a:srgbClr val="FF0000"/>
                </a:solidFill>
              </a:rPr>
              <a:t>Set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dirty="0" smtClean="0"/>
              <a:t>Not Set</a:t>
            </a:r>
            <a:endParaRPr lang="en-US" altLang="zh-TW" b="1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662" y="527844"/>
            <a:ext cx="4962525" cy="5343525"/>
          </a:xfrm>
        </p:spPr>
      </p:pic>
      <p:sp>
        <p:nvSpPr>
          <p:cNvPr id="10" name="矩形 9"/>
          <p:cNvSpPr/>
          <p:nvPr/>
        </p:nvSpPr>
        <p:spPr>
          <a:xfrm>
            <a:off x="5235674" y="2996952"/>
            <a:ext cx="1008112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07704" y="5229200"/>
            <a:ext cx="100811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7513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 descr="D:\DSC_005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49080"/>
            <a:ext cx="3600000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466728" cy="1162050"/>
          </a:xfrm>
        </p:spPr>
        <p:txBody>
          <a:bodyPr/>
          <a:lstStyle/>
          <a:p>
            <a:r>
              <a:rPr lang="en-US" altLang="zh-TW" dirty="0"/>
              <a:t>Limit Setup</a:t>
            </a:r>
            <a:r>
              <a:rPr lang="en-US" altLang="zh-TW" dirty="0" smtClean="0"/>
              <a:t> </a:t>
            </a:r>
            <a:r>
              <a:rPr lang="en-US" altLang="zh-TW" dirty="0"/>
              <a:t>Dialog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Set Limit: </a:t>
            </a:r>
            <a:r>
              <a:rPr lang="en-US" altLang="zh-TW" b="1" dirty="0" smtClean="0"/>
              <a:t>Enable</a:t>
            </a:r>
            <a:endParaRPr lang="en-US" altLang="zh-TW" b="1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662" y="527844"/>
            <a:ext cx="4962525" cy="5343525"/>
          </a:xfrm>
        </p:spPr>
      </p:pic>
      <p:sp>
        <p:nvSpPr>
          <p:cNvPr id="10" name="矩形 9"/>
          <p:cNvSpPr/>
          <p:nvPr/>
        </p:nvSpPr>
        <p:spPr>
          <a:xfrm>
            <a:off x="5235674" y="5238725"/>
            <a:ext cx="1008112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07704" y="5445224"/>
            <a:ext cx="100811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755643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466728" cy="1162050"/>
          </a:xfrm>
        </p:spPr>
        <p:txBody>
          <a:bodyPr/>
          <a:lstStyle/>
          <a:p>
            <a:r>
              <a:rPr lang="en-US" altLang="zh-TW" dirty="0"/>
              <a:t>Limit Setup</a:t>
            </a:r>
            <a:r>
              <a:rPr lang="en-US" altLang="zh-TW" dirty="0" smtClean="0"/>
              <a:t> </a:t>
            </a:r>
            <a:r>
              <a:rPr lang="en-US" altLang="zh-TW" dirty="0"/>
              <a:t>Dialog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b="1" dirty="0" smtClean="0">
                <a:solidFill>
                  <a:srgbClr val="FF0000"/>
                </a:solidFill>
              </a:rPr>
              <a:t>回到未設定狀態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en-US" altLang="zh-TW" dirty="0" smtClean="0"/>
              <a:t>East Limit</a:t>
            </a:r>
            <a:endParaRPr lang="en-US" altLang="zh-TW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>
                <a:solidFill>
                  <a:srgbClr val="FF0000"/>
                </a:solidFill>
              </a:rPr>
              <a:t>Stop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/>
              <a:t>W &lt;&lt; Moving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/>
              <a:t>Moving &gt;&gt; </a:t>
            </a:r>
            <a:r>
              <a:rPr lang="en-US" altLang="zh-TW" dirty="0" smtClean="0"/>
              <a:t>E</a:t>
            </a:r>
            <a:endParaRPr lang="en-US" altLang="zh-TW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dirty="0"/>
              <a:t>Set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b="1" dirty="0"/>
              <a:t>Not Set</a:t>
            </a:r>
          </a:p>
          <a:p>
            <a:pPr marL="285750" indent="-285750">
              <a:buFont typeface="Arial" pitchFamily="34" charset="0"/>
              <a:buChar char="•"/>
            </a:pPr>
            <a:endParaRPr lang="en-US" altLang="zh-TW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662" y="527844"/>
            <a:ext cx="4962525" cy="5343525"/>
          </a:xfrm>
        </p:spPr>
      </p:pic>
      <p:pic>
        <p:nvPicPr>
          <p:cNvPr id="9219" name="Picture 3" descr="D:\DSC_004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85384"/>
            <a:ext cx="3600000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3707904" y="4005064"/>
            <a:ext cx="1008112" cy="648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79712" y="4941168"/>
            <a:ext cx="792088" cy="269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28252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2808000"/>
            <a:ext cx="5400000" cy="405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394720" cy="1162050"/>
          </a:xfrm>
        </p:spPr>
        <p:txBody>
          <a:bodyPr>
            <a:normAutofit/>
          </a:bodyPr>
          <a:lstStyle/>
          <a:p>
            <a:r>
              <a:rPr lang="en-US" altLang="zh-TW" sz="1800" dirty="0" err="1"/>
              <a:t>Diseqc</a:t>
            </a:r>
            <a:r>
              <a:rPr lang="en-US" altLang="zh-TW" sz="1800" dirty="0"/>
              <a:t> </a:t>
            </a:r>
            <a:r>
              <a:rPr lang="en-US" altLang="zh-TW" sz="1800" dirty="0" smtClean="0"/>
              <a:t>1.2 </a:t>
            </a:r>
            <a:r>
              <a:rPr lang="en-US" altLang="zh-TW" sz="1800" dirty="0"/>
              <a:t>Dialog </a:t>
            </a:r>
            <a:br>
              <a:rPr lang="en-US" altLang="zh-TW" sz="1800" dirty="0"/>
            </a:br>
            <a:r>
              <a:rPr lang="en-US" altLang="zh-TW" sz="1800" dirty="0" smtClean="0"/>
              <a:t>Other</a:t>
            </a:r>
            <a:endParaRPr lang="zh-TW" altLang="en-US" sz="1800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TW" altLang="en-US" dirty="0" smtClean="0"/>
              <a:t>跟</a:t>
            </a:r>
            <a:r>
              <a:rPr lang="en-US" altLang="zh-TW" dirty="0" err="1" smtClean="0"/>
              <a:t>Diseqc</a:t>
            </a:r>
            <a:r>
              <a:rPr lang="en-US" altLang="zh-TW" dirty="0" smtClean="0"/>
              <a:t> 1.0 / </a:t>
            </a:r>
            <a:r>
              <a:rPr lang="en-US" altLang="zh-TW" dirty="0" err="1" smtClean="0"/>
              <a:t>Diseqc</a:t>
            </a:r>
            <a:r>
              <a:rPr lang="en-US" altLang="zh-TW" dirty="0" smtClean="0"/>
              <a:t> Off </a:t>
            </a:r>
            <a:r>
              <a:rPr lang="zh-TW" altLang="en-US" dirty="0" smtClean="0"/>
              <a:t>相同</a:t>
            </a:r>
            <a:endParaRPr lang="en-US" altLang="zh-TW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Progress Bar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Edit Sat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Add </a:t>
            </a:r>
            <a:r>
              <a:rPr lang="en-US" altLang="zh-TW" dirty="0" err="1" smtClean="0"/>
              <a:t>Tp</a:t>
            </a:r>
            <a:endParaRPr lang="en-US" altLang="zh-TW" dirty="0" smtClean="0"/>
          </a:p>
        </p:txBody>
      </p:sp>
      <p:sp>
        <p:nvSpPr>
          <p:cNvPr id="7" name="矩形 6"/>
          <p:cNvSpPr/>
          <p:nvPr/>
        </p:nvSpPr>
        <p:spPr>
          <a:xfrm>
            <a:off x="827584" y="5301208"/>
            <a:ext cx="3827884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636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4440</TotalTime>
  <Words>691</Words>
  <Application>Microsoft Office PowerPoint</Application>
  <PresentationFormat>如螢幕大小 (4:3)</PresentationFormat>
  <Paragraphs>274</Paragraphs>
  <Slides>34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35" baseType="lpstr">
      <vt:lpstr>Office 佈景主題</vt:lpstr>
      <vt:lpstr>onCreate InitSatTp()</vt:lpstr>
      <vt:lpstr>onCreate MessageDialogView</vt:lpstr>
      <vt:lpstr>onCreate InitButton()</vt:lpstr>
      <vt:lpstr>onCreate InitHighlight()</vt:lpstr>
      <vt:lpstr>onCreate InitSpinner()</vt:lpstr>
      <vt:lpstr>onCreate InitDiseqc()</vt:lpstr>
      <vt:lpstr>onCreate InitDiseqc()</vt:lpstr>
      <vt:lpstr>onCreate InitDiseqc()</vt:lpstr>
      <vt:lpstr>onCreate InitDiseqc()</vt:lpstr>
      <vt:lpstr>onKeyDown </vt:lpstr>
      <vt:lpstr>onKeyDown DeleteAll()</vt:lpstr>
      <vt:lpstr>onKeyDown DeleteOne()</vt:lpstr>
      <vt:lpstr>onKeyDown 換頁</vt:lpstr>
      <vt:lpstr>On Click Button</vt:lpstr>
      <vt:lpstr>Diseqc 1.0 / Diseqc Off Dialog On Item Selected</vt:lpstr>
      <vt:lpstr>Diseqc 1.0 / Diseqc Off Dialog  On Item Selected</vt:lpstr>
      <vt:lpstr>Diseqc 1.0 / Diseqc Off Dialog  On Item Selected</vt:lpstr>
      <vt:lpstr>Diseqc 1.0 / Diseqc Off Dialog  On Item Selected</vt:lpstr>
      <vt:lpstr>Diseqc 1.0 / Diseqc Off Dialog  Runnable</vt:lpstr>
      <vt:lpstr>Diseqc 1.0 / Diseqc Off Dialog  onKeyDown</vt:lpstr>
      <vt:lpstr> Diseqc 1.0 / Diseqc Off Dialog SaveSetting</vt:lpstr>
      <vt:lpstr> Diseqc 1.0 / Diseqc Off Dialog SaveSetting</vt:lpstr>
      <vt:lpstr>Diseqc 1.2 Dialog InitSpinnerSat(): On Item Selected</vt:lpstr>
      <vt:lpstr>Diseqc 1.2 Dialog InitSpinnerTP(): On Item Selected</vt:lpstr>
      <vt:lpstr>Diseqc 1.2 Dialog InitSpinnerMoveDish(): On Item Selected</vt:lpstr>
      <vt:lpstr>Diseqc 1.2 Dialog InitSetLimit(): On Click</vt:lpstr>
      <vt:lpstr>Limit Setup Dialog </vt:lpstr>
      <vt:lpstr>Limit Setup Dialog </vt:lpstr>
      <vt:lpstr>Limit Setup Dialog </vt:lpstr>
      <vt:lpstr>Limit Setup Dialog </vt:lpstr>
      <vt:lpstr>Limit Setup Dialog </vt:lpstr>
      <vt:lpstr>Limit Setup Dialog </vt:lpstr>
      <vt:lpstr>Limit Setup Dialog </vt:lpstr>
      <vt:lpstr>Diseqc 1.2 Dialog  Other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onCreate, InitSatTp()</dc:title>
  <dc:creator>翁笙富</dc:creator>
  <cp:lastModifiedBy>Edwin</cp:lastModifiedBy>
  <cp:revision>41</cp:revision>
  <dcterms:created xsi:type="dcterms:W3CDTF">2018-06-08T07:22:18Z</dcterms:created>
  <dcterms:modified xsi:type="dcterms:W3CDTF">2018-06-11T09:33:27Z</dcterms:modified>
</cp:coreProperties>
</file>